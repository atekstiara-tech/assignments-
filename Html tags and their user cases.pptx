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D23CE-3332-4CC0-A37F-3E7119646AA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53B174-ACAD-4ED7-BB13-F2C0BE49E7D7}">
      <dgm:prSet/>
      <dgm:spPr/>
      <dgm:t>
        <a:bodyPr/>
        <a:lstStyle/>
        <a:p>
          <a:pPr rtl="0"/>
          <a:r>
            <a:rPr lang="en-US" b="0" i="0" smtClean="0"/>
            <a:t>HTLM, or Hypertext Markup Language, is the standard mark language Used to create Web pages. It structure to create content on the Web and provides a way to embed images, videos, and text.</a:t>
          </a:r>
          <a:endParaRPr lang="en-US"/>
        </a:p>
      </dgm:t>
    </dgm:pt>
    <dgm:pt modelId="{77AA718C-E3D9-4999-BF4D-BD00E7DA1F33}" type="parTrans" cxnId="{969EFA20-81D0-4EA0-8A85-33FE4B109E9D}">
      <dgm:prSet/>
      <dgm:spPr/>
      <dgm:t>
        <a:bodyPr/>
        <a:lstStyle/>
        <a:p>
          <a:endParaRPr lang="en-US"/>
        </a:p>
      </dgm:t>
    </dgm:pt>
    <dgm:pt modelId="{3ACF4EF0-274F-4D2F-B97B-79A2CEAA2FBD}" type="sibTrans" cxnId="{969EFA20-81D0-4EA0-8A85-33FE4B109E9D}">
      <dgm:prSet/>
      <dgm:spPr/>
      <dgm:t>
        <a:bodyPr/>
        <a:lstStyle/>
        <a:p>
          <a:endParaRPr lang="en-US"/>
        </a:p>
      </dgm:t>
    </dgm:pt>
    <dgm:pt modelId="{4DBCC0B2-5792-4A7D-B89C-80DFC9CEAB32}">
      <dgm:prSet/>
      <dgm:spPr/>
      <dgm:t>
        <a:bodyPr/>
        <a:lstStyle/>
        <a:p>
          <a:pPr rtl="0"/>
          <a:endParaRPr lang="en-US" sz="1600" dirty="0"/>
        </a:p>
      </dgm:t>
    </dgm:pt>
    <dgm:pt modelId="{C0C1EDCF-D235-4498-AB25-5A68E5A61C39}" type="parTrans" cxnId="{90150D88-9664-4654-B8FA-9A3ABF1EA2A0}">
      <dgm:prSet/>
      <dgm:spPr/>
      <dgm:t>
        <a:bodyPr/>
        <a:lstStyle/>
        <a:p>
          <a:endParaRPr lang="en-US"/>
        </a:p>
      </dgm:t>
    </dgm:pt>
    <dgm:pt modelId="{E34CE7A2-B072-4153-9AB2-8FAEE4B1D3BA}" type="sibTrans" cxnId="{90150D88-9664-4654-B8FA-9A3ABF1EA2A0}">
      <dgm:prSet/>
      <dgm:spPr/>
      <dgm:t>
        <a:bodyPr/>
        <a:lstStyle/>
        <a:p>
          <a:endParaRPr lang="en-US"/>
        </a:p>
      </dgm:t>
    </dgm:pt>
    <dgm:pt modelId="{AB16AB3F-1143-4441-BB8D-5EF540AEF92E}">
      <dgm:prSet custT="1"/>
      <dgm:spPr/>
      <dgm:t>
        <a:bodyPr/>
        <a:lstStyle/>
        <a:p>
          <a:pPr rtl="0"/>
          <a:r>
            <a:rPr lang="en-US" sz="1400" b="0" i="0" dirty="0" smtClean="0">
              <a:solidFill>
                <a:schemeClr val="tx1"/>
              </a:solidFill>
            </a:rPr>
            <a:t>This assignment is hereby presented by: </a:t>
          </a:r>
          <a:r>
            <a:rPr lang="en-US" sz="1400" b="0" i="0" dirty="0" smtClean="0"/>
            <a:t>“Atek’s Tiara Malik’s”</a:t>
          </a:r>
          <a:endParaRPr lang="en-US" sz="1400" dirty="0"/>
        </a:p>
      </dgm:t>
    </dgm:pt>
    <dgm:pt modelId="{2F21CE92-54F2-4AE1-AF11-86CF6C81DA59}" type="parTrans" cxnId="{999B1B10-8BDB-4923-A8A7-52C9D1CDFA36}">
      <dgm:prSet/>
      <dgm:spPr/>
      <dgm:t>
        <a:bodyPr/>
        <a:lstStyle/>
        <a:p>
          <a:endParaRPr lang="en-US"/>
        </a:p>
      </dgm:t>
    </dgm:pt>
    <dgm:pt modelId="{FCB12468-E764-4A0F-A866-0BE84129D424}" type="sibTrans" cxnId="{999B1B10-8BDB-4923-A8A7-52C9D1CDFA36}">
      <dgm:prSet/>
      <dgm:spPr/>
      <dgm:t>
        <a:bodyPr/>
        <a:lstStyle/>
        <a:p>
          <a:endParaRPr lang="en-US"/>
        </a:p>
      </dgm:t>
    </dgm:pt>
    <dgm:pt modelId="{1618AD92-EEF7-4C78-8577-CFE54D5F9860}">
      <dgm:prSet custT="1"/>
      <dgm:spPr/>
      <dgm:t>
        <a:bodyPr/>
        <a:lstStyle/>
        <a:p>
          <a:pPr rtl="0"/>
          <a:r>
            <a:rPr lang="en-US" sz="1400" b="0" i="0" dirty="0" smtClean="0">
              <a:solidFill>
                <a:schemeClr val="tx1"/>
              </a:solidFill>
            </a:rPr>
            <a:t>Department</a:t>
          </a:r>
          <a:r>
            <a:rPr lang="en-US" sz="1400" b="0" i="0" dirty="0" smtClean="0"/>
            <a:t>: Hardware maintenance and Networking</a:t>
          </a:r>
          <a:endParaRPr lang="en-US" sz="1400" dirty="0"/>
        </a:p>
      </dgm:t>
    </dgm:pt>
    <dgm:pt modelId="{4D3F5E3D-5F77-4636-980E-16A582E153CE}" type="parTrans" cxnId="{8EB2CB61-912A-466F-A128-383B26A54D87}">
      <dgm:prSet/>
      <dgm:spPr/>
      <dgm:t>
        <a:bodyPr/>
        <a:lstStyle/>
        <a:p>
          <a:endParaRPr lang="en-US"/>
        </a:p>
      </dgm:t>
    </dgm:pt>
    <dgm:pt modelId="{0DE2255F-19AF-4E22-B6C4-4EB5612C5D86}" type="sibTrans" cxnId="{8EB2CB61-912A-466F-A128-383B26A54D87}">
      <dgm:prSet/>
      <dgm:spPr/>
      <dgm:t>
        <a:bodyPr/>
        <a:lstStyle/>
        <a:p>
          <a:endParaRPr lang="en-US"/>
        </a:p>
      </dgm:t>
    </dgm:pt>
    <dgm:pt modelId="{5CCADBAE-53BC-46EB-A9BC-58F4988F6839}">
      <dgm:prSet custT="1"/>
      <dgm:spPr/>
      <dgm:t>
        <a:bodyPr/>
        <a:lstStyle/>
        <a:p>
          <a:pPr rtl="0"/>
          <a:r>
            <a:rPr lang="en-US" sz="1400" b="0" i="0" dirty="0" smtClean="0">
              <a:solidFill>
                <a:schemeClr val="tx1"/>
              </a:solidFill>
            </a:rPr>
            <a:t>Course: </a:t>
          </a:r>
          <a:r>
            <a:rPr lang="en-US" sz="1400" b="0" i="0" dirty="0" smtClean="0"/>
            <a:t>Web programming</a:t>
          </a:r>
          <a:endParaRPr lang="en-US" sz="1400" dirty="0"/>
        </a:p>
      </dgm:t>
    </dgm:pt>
    <dgm:pt modelId="{661923E2-22C6-4D76-823F-56E740C8253E}" type="parTrans" cxnId="{3987E9A6-5B7D-45B7-942B-90B2AE333300}">
      <dgm:prSet/>
      <dgm:spPr/>
      <dgm:t>
        <a:bodyPr/>
        <a:lstStyle/>
        <a:p>
          <a:endParaRPr lang="en-US"/>
        </a:p>
      </dgm:t>
    </dgm:pt>
    <dgm:pt modelId="{D4E88D41-DBD7-4EEB-B09C-7AA9A16BA4F6}" type="sibTrans" cxnId="{3987E9A6-5B7D-45B7-942B-90B2AE333300}">
      <dgm:prSet/>
      <dgm:spPr/>
      <dgm:t>
        <a:bodyPr/>
        <a:lstStyle/>
        <a:p>
          <a:endParaRPr lang="en-US"/>
        </a:p>
      </dgm:t>
    </dgm:pt>
    <dgm:pt modelId="{076CA59A-8C8C-43F8-AE52-A6BB1F65D59E}">
      <dgm:prSet custT="1"/>
      <dgm:spPr/>
      <dgm:t>
        <a:bodyPr/>
        <a:lstStyle/>
        <a:p>
          <a:pPr rtl="0"/>
          <a:r>
            <a:rPr lang="en-US" sz="1400" b="0" i="0" dirty="0" smtClean="0">
              <a:solidFill>
                <a:schemeClr val="tx1"/>
              </a:solidFill>
            </a:rPr>
            <a:t>Lecturer: </a:t>
          </a:r>
          <a:r>
            <a:rPr lang="en-US" sz="1400" b="0" i="0" dirty="0" smtClean="0"/>
            <a:t>“Engineer Chest”</a:t>
          </a:r>
          <a:endParaRPr lang="en-US" sz="1400" dirty="0"/>
        </a:p>
      </dgm:t>
    </dgm:pt>
    <dgm:pt modelId="{68074004-0AC4-4BF7-9C58-817561F90FF4}" type="parTrans" cxnId="{5D555F3A-63ED-405A-8576-72122E85C3CB}">
      <dgm:prSet/>
      <dgm:spPr/>
      <dgm:t>
        <a:bodyPr/>
        <a:lstStyle/>
        <a:p>
          <a:endParaRPr lang="en-US"/>
        </a:p>
      </dgm:t>
    </dgm:pt>
    <dgm:pt modelId="{931A8F5F-C122-408B-8754-572A19A75484}" type="sibTrans" cxnId="{5D555F3A-63ED-405A-8576-72122E85C3CB}">
      <dgm:prSet/>
      <dgm:spPr/>
      <dgm:t>
        <a:bodyPr/>
        <a:lstStyle/>
        <a:p>
          <a:endParaRPr lang="en-US"/>
        </a:p>
      </dgm:t>
    </dgm:pt>
    <dgm:pt modelId="{529D24E6-169F-4B1C-A758-4AD578DDBA95}" type="pres">
      <dgm:prSet presAssocID="{620D23CE-3332-4CC0-A37F-3E7119646AA5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401D1A5-9826-4F37-AA6A-CE8E6C13DF97}" type="pres">
      <dgm:prSet presAssocID="{620D23CE-3332-4CC0-A37F-3E7119646AA5}" presName="arrow" presStyleLbl="bgShp" presStyleIdx="0" presStyleCnt="1"/>
      <dgm:spPr/>
    </dgm:pt>
    <dgm:pt modelId="{21BABF4D-D4E6-40DD-A771-520A6FE38556}" type="pres">
      <dgm:prSet presAssocID="{620D23CE-3332-4CC0-A37F-3E7119646AA5}" presName="linearProcess" presStyleCnt="0"/>
      <dgm:spPr/>
    </dgm:pt>
    <dgm:pt modelId="{C1ED5C47-0936-4AF4-A0E1-876D7E8B9503}" type="pres">
      <dgm:prSet presAssocID="{7C53B174-ACAD-4ED7-BB13-F2C0BE49E7D7}" presName="textNode" presStyleLbl="node1" presStyleIdx="0" presStyleCnt="2" custScaleY="1106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44A506-DCD9-4F31-9AF4-1B149003F2F6}" type="pres">
      <dgm:prSet presAssocID="{3ACF4EF0-274F-4D2F-B97B-79A2CEAA2FBD}" presName="sibTrans" presStyleCnt="0"/>
      <dgm:spPr/>
    </dgm:pt>
    <dgm:pt modelId="{D0A62E59-04B0-41CA-A489-B8BD3CDE6359}" type="pres">
      <dgm:prSet presAssocID="{4DBCC0B2-5792-4A7D-B89C-80DFC9CEAB32}" presName="textNode" presStyleLbl="node1" presStyleIdx="1" presStyleCnt="2" custScaleY="111692" custLinFactNeighborY="-4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9B1B10-8BDB-4923-A8A7-52C9D1CDFA36}" srcId="{4DBCC0B2-5792-4A7D-B89C-80DFC9CEAB32}" destId="{AB16AB3F-1143-4441-BB8D-5EF540AEF92E}" srcOrd="0" destOrd="0" parTransId="{2F21CE92-54F2-4AE1-AF11-86CF6C81DA59}" sibTransId="{FCB12468-E764-4A0F-A866-0BE84129D424}"/>
    <dgm:cxn modelId="{BED6E55E-151D-4C89-AE29-ED67F046FB0C}" type="presOf" srcId="{5CCADBAE-53BC-46EB-A9BC-58F4988F6839}" destId="{D0A62E59-04B0-41CA-A489-B8BD3CDE6359}" srcOrd="0" destOrd="3" presId="urn:microsoft.com/office/officeart/2005/8/layout/hProcess9"/>
    <dgm:cxn modelId="{A76420C3-D01A-4467-AE40-651B306E1E4F}" type="presOf" srcId="{AB16AB3F-1143-4441-BB8D-5EF540AEF92E}" destId="{D0A62E59-04B0-41CA-A489-B8BD3CDE6359}" srcOrd="0" destOrd="1" presId="urn:microsoft.com/office/officeart/2005/8/layout/hProcess9"/>
    <dgm:cxn modelId="{0E8CBB47-7B6D-49A1-9423-490AF8F27387}" type="presOf" srcId="{076CA59A-8C8C-43F8-AE52-A6BB1F65D59E}" destId="{D0A62E59-04B0-41CA-A489-B8BD3CDE6359}" srcOrd="0" destOrd="4" presId="urn:microsoft.com/office/officeart/2005/8/layout/hProcess9"/>
    <dgm:cxn modelId="{CB7DD1B7-1C57-46DE-B44A-6E656522D0A8}" type="presOf" srcId="{4DBCC0B2-5792-4A7D-B89C-80DFC9CEAB32}" destId="{D0A62E59-04B0-41CA-A489-B8BD3CDE6359}" srcOrd="0" destOrd="0" presId="urn:microsoft.com/office/officeart/2005/8/layout/hProcess9"/>
    <dgm:cxn modelId="{5D555F3A-63ED-405A-8576-72122E85C3CB}" srcId="{4DBCC0B2-5792-4A7D-B89C-80DFC9CEAB32}" destId="{076CA59A-8C8C-43F8-AE52-A6BB1F65D59E}" srcOrd="3" destOrd="0" parTransId="{68074004-0AC4-4BF7-9C58-817561F90FF4}" sibTransId="{931A8F5F-C122-408B-8754-572A19A75484}"/>
    <dgm:cxn modelId="{9361524A-04EB-476E-8002-8400FF1A46A4}" type="presOf" srcId="{620D23CE-3332-4CC0-A37F-3E7119646AA5}" destId="{529D24E6-169F-4B1C-A758-4AD578DDBA95}" srcOrd="0" destOrd="0" presId="urn:microsoft.com/office/officeart/2005/8/layout/hProcess9"/>
    <dgm:cxn modelId="{23442193-E626-4449-A98D-83F0E465BCF8}" type="presOf" srcId="{7C53B174-ACAD-4ED7-BB13-F2C0BE49E7D7}" destId="{C1ED5C47-0936-4AF4-A0E1-876D7E8B9503}" srcOrd="0" destOrd="0" presId="urn:microsoft.com/office/officeart/2005/8/layout/hProcess9"/>
    <dgm:cxn modelId="{90150D88-9664-4654-B8FA-9A3ABF1EA2A0}" srcId="{620D23CE-3332-4CC0-A37F-3E7119646AA5}" destId="{4DBCC0B2-5792-4A7D-B89C-80DFC9CEAB32}" srcOrd="1" destOrd="0" parTransId="{C0C1EDCF-D235-4498-AB25-5A68E5A61C39}" sibTransId="{E34CE7A2-B072-4153-9AB2-8FAEE4B1D3BA}"/>
    <dgm:cxn modelId="{04F659F9-E7B0-4FC4-85CC-6D3D02957BAE}" type="presOf" srcId="{1618AD92-EEF7-4C78-8577-CFE54D5F9860}" destId="{D0A62E59-04B0-41CA-A489-B8BD3CDE6359}" srcOrd="0" destOrd="2" presId="urn:microsoft.com/office/officeart/2005/8/layout/hProcess9"/>
    <dgm:cxn modelId="{969EFA20-81D0-4EA0-8A85-33FE4B109E9D}" srcId="{620D23CE-3332-4CC0-A37F-3E7119646AA5}" destId="{7C53B174-ACAD-4ED7-BB13-F2C0BE49E7D7}" srcOrd="0" destOrd="0" parTransId="{77AA718C-E3D9-4999-BF4D-BD00E7DA1F33}" sibTransId="{3ACF4EF0-274F-4D2F-B97B-79A2CEAA2FBD}"/>
    <dgm:cxn modelId="{8EB2CB61-912A-466F-A128-383B26A54D87}" srcId="{4DBCC0B2-5792-4A7D-B89C-80DFC9CEAB32}" destId="{1618AD92-EEF7-4C78-8577-CFE54D5F9860}" srcOrd="1" destOrd="0" parTransId="{4D3F5E3D-5F77-4636-980E-16A582E153CE}" sibTransId="{0DE2255F-19AF-4E22-B6C4-4EB5612C5D86}"/>
    <dgm:cxn modelId="{3987E9A6-5B7D-45B7-942B-90B2AE333300}" srcId="{4DBCC0B2-5792-4A7D-B89C-80DFC9CEAB32}" destId="{5CCADBAE-53BC-46EB-A9BC-58F4988F6839}" srcOrd="2" destOrd="0" parTransId="{661923E2-22C6-4D76-823F-56E740C8253E}" sibTransId="{D4E88D41-DBD7-4EEB-B09C-7AA9A16BA4F6}"/>
    <dgm:cxn modelId="{BF77CF7D-E5D2-417E-B1C5-ACABD3D41A1C}" type="presParOf" srcId="{529D24E6-169F-4B1C-A758-4AD578DDBA95}" destId="{F401D1A5-9826-4F37-AA6A-CE8E6C13DF97}" srcOrd="0" destOrd="0" presId="urn:microsoft.com/office/officeart/2005/8/layout/hProcess9"/>
    <dgm:cxn modelId="{EEC90C4F-550C-48FB-BF99-3DA3BFBC3421}" type="presParOf" srcId="{529D24E6-169F-4B1C-A758-4AD578DDBA95}" destId="{21BABF4D-D4E6-40DD-A771-520A6FE38556}" srcOrd="1" destOrd="0" presId="urn:microsoft.com/office/officeart/2005/8/layout/hProcess9"/>
    <dgm:cxn modelId="{E9519083-DBFB-418F-82AB-A91969D38FAC}" type="presParOf" srcId="{21BABF4D-D4E6-40DD-A771-520A6FE38556}" destId="{C1ED5C47-0936-4AF4-A0E1-876D7E8B9503}" srcOrd="0" destOrd="0" presId="urn:microsoft.com/office/officeart/2005/8/layout/hProcess9"/>
    <dgm:cxn modelId="{B9B520C7-B28F-40B5-88A7-A02935064D41}" type="presParOf" srcId="{21BABF4D-D4E6-40DD-A771-520A6FE38556}" destId="{BC44A506-DCD9-4F31-9AF4-1B149003F2F6}" srcOrd="1" destOrd="0" presId="urn:microsoft.com/office/officeart/2005/8/layout/hProcess9"/>
    <dgm:cxn modelId="{40D1DA2D-9F2D-44CB-98F4-D5A5A9F6D6FC}" type="presParOf" srcId="{21BABF4D-D4E6-40DD-A771-520A6FE38556}" destId="{D0A62E59-04B0-41CA-A489-B8BD3CDE6359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98C45D-F28B-4CE0-B0EF-A50F5F579735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DDEEA6-5C68-4E06-9D0D-B6ADE9CDB818}">
      <dgm:prSet custT="1"/>
      <dgm:spPr/>
      <dgm:t>
        <a:bodyPr/>
        <a:lstStyle/>
        <a:p>
          <a:pPr rtl="0"/>
          <a:r>
            <a:rPr lang="en-US" sz="2000" dirty="0" smtClean="0"/>
            <a:t>Use: The root element that defines the beginning and the end of an html document.</a:t>
          </a:r>
          <a:endParaRPr lang="en-US" sz="2000" dirty="0"/>
        </a:p>
      </dgm:t>
    </dgm:pt>
    <dgm:pt modelId="{5AF311BF-21C8-4A6B-A70A-EAF4B5D42964}" type="parTrans" cxnId="{13FB9026-651D-41F1-A7E6-5765E61AB076}">
      <dgm:prSet/>
      <dgm:spPr/>
      <dgm:t>
        <a:bodyPr/>
        <a:lstStyle/>
        <a:p>
          <a:endParaRPr lang="en-US"/>
        </a:p>
      </dgm:t>
    </dgm:pt>
    <dgm:pt modelId="{3765F442-3ED1-460E-8907-6B9F4D59AEF5}" type="sibTrans" cxnId="{13FB9026-651D-41F1-A7E6-5765E61AB076}">
      <dgm:prSet/>
      <dgm:spPr/>
      <dgm:t>
        <a:bodyPr/>
        <a:lstStyle/>
        <a:p>
          <a:endParaRPr lang="en-US"/>
        </a:p>
      </dgm:t>
    </dgm:pt>
    <dgm:pt modelId="{0FA3360D-28C8-4956-955A-E7A0D5AC5339}" type="pres">
      <dgm:prSet presAssocID="{FE98C45D-F28B-4CE0-B0EF-A50F5F579735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A269B9-04C5-4732-96A0-AF662331E416}" type="pres">
      <dgm:prSet presAssocID="{F6DDEEA6-5C68-4E06-9D0D-B6ADE9CDB818}" presName="circle1" presStyleLbl="lnNode1" presStyleIdx="0" presStyleCnt="1" custLinFactY="98576" custLinFactNeighborX="-3366" custLinFactNeighborY="100000"/>
      <dgm:spPr/>
    </dgm:pt>
    <dgm:pt modelId="{B3C65029-E5A2-4928-B5F9-F4953630D2DE}" type="pres">
      <dgm:prSet presAssocID="{F6DDEEA6-5C68-4E06-9D0D-B6ADE9CDB818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8B7F13-409B-4B15-9FF8-B30B33185591}" type="pres">
      <dgm:prSet presAssocID="{F6DDEEA6-5C68-4E06-9D0D-B6ADE9CDB818}" presName="line1" presStyleLbl="callout" presStyleIdx="0" presStyleCnt="2"/>
      <dgm:spPr/>
    </dgm:pt>
    <dgm:pt modelId="{D94AD442-1D19-491A-B8B7-DF37C16A7CAC}" type="pres">
      <dgm:prSet presAssocID="{F6DDEEA6-5C68-4E06-9D0D-B6ADE9CDB818}" presName="d1" presStyleLbl="callout" presStyleIdx="1" presStyleCnt="2"/>
      <dgm:spPr/>
    </dgm:pt>
  </dgm:ptLst>
  <dgm:cxnLst>
    <dgm:cxn modelId="{ECA34F6D-8D35-4846-9FD4-897F1599A871}" type="presOf" srcId="{FE98C45D-F28B-4CE0-B0EF-A50F5F579735}" destId="{0FA3360D-28C8-4956-955A-E7A0D5AC5339}" srcOrd="0" destOrd="0" presId="urn:microsoft.com/office/officeart/2005/8/layout/target1"/>
    <dgm:cxn modelId="{13FB9026-651D-41F1-A7E6-5765E61AB076}" srcId="{FE98C45D-F28B-4CE0-B0EF-A50F5F579735}" destId="{F6DDEEA6-5C68-4E06-9D0D-B6ADE9CDB818}" srcOrd="0" destOrd="0" parTransId="{5AF311BF-21C8-4A6B-A70A-EAF4B5D42964}" sibTransId="{3765F442-3ED1-460E-8907-6B9F4D59AEF5}"/>
    <dgm:cxn modelId="{5953A4BA-B333-4299-B3CE-3AB1A07EC74F}" type="presOf" srcId="{F6DDEEA6-5C68-4E06-9D0D-B6ADE9CDB818}" destId="{B3C65029-E5A2-4928-B5F9-F4953630D2DE}" srcOrd="0" destOrd="0" presId="urn:microsoft.com/office/officeart/2005/8/layout/target1"/>
    <dgm:cxn modelId="{276FC518-6224-4DA9-9E53-98FAA66D570D}" type="presParOf" srcId="{0FA3360D-28C8-4956-955A-E7A0D5AC5339}" destId="{5FA269B9-04C5-4732-96A0-AF662331E416}" srcOrd="0" destOrd="0" presId="urn:microsoft.com/office/officeart/2005/8/layout/target1"/>
    <dgm:cxn modelId="{CB3CA85D-19F3-49B3-87FE-27FEA0E9E3CC}" type="presParOf" srcId="{0FA3360D-28C8-4956-955A-E7A0D5AC5339}" destId="{B3C65029-E5A2-4928-B5F9-F4953630D2DE}" srcOrd="1" destOrd="0" presId="urn:microsoft.com/office/officeart/2005/8/layout/target1"/>
    <dgm:cxn modelId="{55881AD4-B91F-45F5-A7E2-8C1807B6287D}" type="presParOf" srcId="{0FA3360D-28C8-4956-955A-E7A0D5AC5339}" destId="{6B8B7F13-409B-4B15-9FF8-B30B33185591}" srcOrd="2" destOrd="0" presId="urn:microsoft.com/office/officeart/2005/8/layout/target1"/>
    <dgm:cxn modelId="{AB745DE2-08E0-4827-A13C-8987DFB758D3}" type="presParOf" srcId="{0FA3360D-28C8-4956-955A-E7A0D5AC5339}" destId="{D94AD442-1D19-491A-B8B7-DF37C16A7CAC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3CE864-0FC3-4ADC-A495-889F225C48AE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D7B4D4-9B15-41B8-B440-61C283407475}">
      <dgm:prSet custT="1"/>
      <dgm:spPr/>
      <dgm:t>
        <a:bodyPr/>
        <a:lstStyle/>
        <a:p>
          <a:pPr rtl="0"/>
          <a:r>
            <a:rPr lang="en-US" sz="1600" dirty="0" smtClean="0"/>
            <a:t>Use: Contains meta-information about the document, such as its title, Character set, and linked stylesheets.</a:t>
          </a:r>
          <a:endParaRPr lang="en-US" sz="1600" dirty="0"/>
        </a:p>
      </dgm:t>
    </dgm:pt>
    <dgm:pt modelId="{5137B927-757C-40E9-9FE7-0BCC064B8E47}" type="parTrans" cxnId="{0E50D275-C02E-4CCD-B9C6-90FBCA58BCE6}">
      <dgm:prSet/>
      <dgm:spPr/>
      <dgm:t>
        <a:bodyPr/>
        <a:lstStyle/>
        <a:p>
          <a:endParaRPr lang="en-US"/>
        </a:p>
      </dgm:t>
    </dgm:pt>
    <dgm:pt modelId="{5EF87C17-BC96-4512-9D23-FE978D32A5BC}" type="sibTrans" cxnId="{0E50D275-C02E-4CCD-B9C6-90FBCA58BCE6}">
      <dgm:prSet/>
      <dgm:spPr/>
      <dgm:t>
        <a:bodyPr/>
        <a:lstStyle/>
        <a:p>
          <a:endParaRPr lang="en-US"/>
        </a:p>
      </dgm:t>
    </dgm:pt>
    <dgm:pt modelId="{4A937D86-6CFA-4D91-9122-644A63698BAD}" type="pres">
      <dgm:prSet presAssocID="{0F3CE864-0FC3-4ADC-A495-889F225C48AE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9D0F2A-C3C1-4CFB-811F-C31FF9309508}" type="pres">
      <dgm:prSet presAssocID="{B5D7B4D4-9B15-41B8-B440-61C283407475}" presName="circle1" presStyleLbl="lnNode1" presStyleIdx="0" presStyleCnt="1"/>
      <dgm:spPr/>
    </dgm:pt>
    <dgm:pt modelId="{A6B1DD7A-3111-43D5-9C68-12F4F41D705F}" type="pres">
      <dgm:prSet presAssocID="{B5D7B4D4-9B15-41B8-B440-61C283407475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B4E0AB-7900-4453-955F-67E068A56AEC}" type="pres">
      <dgm:prSet presAssocID="{B5D7B4D4-9B15-41B8-B440-61C283407475}" presName="line1" presStyleLbl="callout" presStyleIdx="0" presStyleCnt="2"/>
      <dgm:spPr/>
    </dgm:pt>
    <dgm:pt modelId="{391F1CEA-1310-47B9-976F-38FA3DE62715}" type="pres">
      <dgm:prSet presAssocID="{B5D7B4D4-9B15-41B8-B440-61C283407475}" presName="d1" presStyleLbl="callout" presStyleIdx="1" presStyleCnt="2"/>
      <dgm:spPr/>
    </dgm:pt>
  </dgm:ptLst>
  <dgm:cxnLst>
    <dgm:cxn modelId="{DC89AFC8-B956-42D2-9C22-D149F9309A43}" type="presOf" srcId="{B5D7B4D4-9B15-41B8-B440-61C283407475}" destId="{A6B1DD7A-3111-43D5-9C68-12F4F41D705F}" srcOrd="0" destOrd="0" presId="urn:microsoft.com/office/officeart/2005/8/layout/target1"/>
    <dgm:cxn modelId="{BB517535-80F7-4BDE-A8BD-00DA0E9CEF80}" type="presOf" srcId="{0F3CE864-0FC3-4ADC-A495-889F225C48AE}" destId="{4A937D86-6CFA-4D91-9122-644A63698BAD}" srcOrd="0" destOrd="0" presId="urn:microsoft.com/office/officeart/2005/8/layout/target1"/>
    <dgm:cxn modelId="{0E50D275-C02E-4CCD-B9C6-90FBCA58BCE6}" srcId="{0F3CE864-0FC3-4ADC-A495-889F225C48AE}" destId="{B5D7B4D4-9B15-41B8-B440-61C283407475}" srcOrd="0" destOrd="0" parTransId="{5137B927-757C-40E9-9FE7-0BCC064B8E47}" sibTransId="{5EF87C17-BC96-4512-9D23-FE978D32A5BC}"/>
    <dgm:cxn modelId="{669174F7-E0E9-4D58-A73E-D338F8F84F71}" type="presParOf" srcId="{4A937D86-6CFA-4D91-9122-644A63698BAD}" destId="{D69D0F2A-C3C1-4CFB-811F-C31FF9309508}" srcOrd="0" destOrd="0" presId="urn:microsoft.com/office/officeart/2005/8/layout/target1"/>
    <dgm:cxn modelId="{AB0733D2-2C5E-46E5-9849-11269B06DD0A}" type="presParOf" srcId="{4A937D86-6CFA-4D91-9122-644A63698BAD}" destId="{A6B1DD7A-3111-43D5-9C68-12F4F41D705F}" srcOrd="1" destOrd="0" presId="urn:microsoft.com/office/officeart/2005/8/layout/target1"/>
    <dgm:cxn modelId="{C0BF6335-AF7A-4380-A027-78134ABE913C}" type="presParOf" srcId="{4A937D86-6CFA-4D91-9122-644A63698BAD}" destId="{E6B4E0AB-7900-4453-955F-67E068A56AEC}" srcOrd="2" destOrd="0" presId="urn:microsoft.com/office/officeart/2005/8/layout/target1"/>
    <dgm:cxn modelId="{86CF707E-301F-4196-A6FC-2BCCF6C756CB}" type="presParOf" srcId="{4A937D86-6CFA-4D91-9122-644A63698BAD}" destId="{391F1CEA-1310-47B9-976F-38FA3DE62715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537758-D2E3-4FDD-AB45-B50A24C05D2E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07DE5C-7A34-45F3-BC01-A884C26BF2EB}">
      <dgm:prSet/>
      <dgm:spPr/>
      <dgm:t>
        <a:bodyPr/>
        <a:lstStyle/>
        <a:p>
          <a:pPr rtl="0"/>
          <a:r>
            <a:rPr lang="en-US" dirty="0" smtClean="0"/>
            <a:t>Use: Sets the title of the document, which appears in the browser tab.</a:t>
          </a:r>
          <a:endParaRPr lang="en-US" dirty="0"/>
        </a:p>
      </dgm:t>
    </dgm:pt>
    <dgm:pt modelId="{976208AE-84B3-48B8-9633-A05A34097ADD}" type="parTrans" cxnId="{33C20CF0-CB6E-4893-BDC6-B4335B15FB23}">
      <dgm:prSet/>
      <dgm:spPr/>
      <dgm:t>
        <a:bodyPr/>
        <a:lstStyle/>
        <a:p>
          <a:endParaRPr lang="en-US"/>
        </a:p>
      </dgm:t>
    </dgm:pt>
    <dgm:pt modelId="{FA93FDBD-3E51-4A5F-A28C-42BC4D32FF28}" type="sibTrans" cxnId="{33C20CF0-CB6E-4893-BDC6-B4335B15FB23}">
      <dgm:prSet/>
      <dgm:spPr/>
      <dgm:t>
        <a:bodyPr/>
        <a:lstStyle/>
        <a:p>
          <a:endParaRPr lang="en-US"/>
        </a:p>
      </dgm:t>
    </dgm:pt>
    <dgm:pt modelId="{A6210748-2057-46D1-87CD-BC69362874E5}" type="pres">
      <dgm:prSet presAssocID="{6C537758-D2E3-4FDD-AB45-B50A24C05D2E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33D4493-8897-467D-9917-5583009B5152}" type="pres">
      <dgm:prSet presAssocID="{A707DE5C-7A34-45F3-BC01-A884C26BF2EB}" presName="circle1" presStyleLbl="lnNode1" presStyleIdx="0" presStyleCnt="1"/>
      <dgm:spPr/>
    </dgm:pt>
    <dgm:pt modelId="{78670351-F1EB-4E66-8FDA-E7923D51C870}" type="pres">
      <dgm:prSet presAssocID="{A707DE5C-7A34-45F3-BC01-A884C26BF2EB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C906C4-047B-40A3-9CAA-F7E65DBE3AA8}" type="pres">
      <dgm:prSet presAssocID="{A707DE5C-7A34-45F3-BC01-A884C26BF2EB}" presName="line1" presStyleLbl="callout" presStyleIdx="0" presStyleCnt="2"/>
      <dgm:spPr/>
    </dgm:pt>
    <dgm:pt modelId="{B1CC88EB-1A4C-40B8-B983-34031CD52E9E}" type="pres">
      <dgm:prSet presAssocID="{A707DE5C-7A34-45F3-BC01-A884C26BF2EB}" presName="d1" presStyleLbl="callout" presStyleIdx="1" presStyleCnt="2"/>
      <dgm:spPr/>
    </dgm:pt>
  </dgm:ptLst>
  <dgm:cxnLst>
    <dgm:cxn modelId="{99195EDB-2217-4C5C-B3AC-2251B4540DF3}" type="presOf" srcId="{6C537758-D2E3-4FDD-AB45-B50A24C05D2E}" destId="{A6210748-2057-46D1-87CD-BC69362874E5}" srcOrd="0" destOrd="0" presId="urn:microsoft.com/office/officeart/2005/8/layout/target1"/>
    <dgm:cxn modelId="{33C20CF0-CB6E-4893-BDC6-B4335B15FB23}" srcId="{6C537758-D2E3-4FDD-AB45-B50A24C05D2E}" destId="{A707DE5C-7A34-45F3-BC01-A884C26BF2EB}" srcOrd="0" destOrd="0" parTransId="{976208AE-84B3-48B8-9633-A05A34097ADD}" sibTransId="{FA93FDBD-3E51-4A5F-A28C-42BC4D32FF28}"/>
    <dgm:cxn modelId="{31D69B6A-A139-464E-8352-BAC830CFE2B0}" type="presOf" srcId="{A707DE5C-7A34-45F3-BC01-A884C26BF2EB}" destId="{78670351-F1EB-4E66-8FDA-E7923D51C870}" srcOrd="0" destOrd="0" presId="urn:microsoft.com/office/officeart/2005/8/layout/target1"/>
    <dgm:cxn modelId="{53945620-2793-4E64-98B4-84111F7CE6B8}" type="presParOf" srcId="{A6210748-2057-46D1-87CD-BC69362874E5}" destId="{A33D4493-8897-467D-9917-5583009B5152}" srcOrd="0" destOrd="0" presId="urn:microsoft.com/office/officeart/2005/8/layout/target1"/>
    <dgm:cxn modelId="{EA0B383C-4AAA-4CFF-9FBD-AC908C0BA7DB}" type="presParOf" srcId="{A6210748-2057-46D1-87CD-BC69362874E5}" destId="{78670351-F1EB-4E66-8FDA-E7923D51C870}" srcOrd="1" destOrd="0" presId="urn:microsoft.com/office/officeart/2005/8/layout/target1"/>
    <dgm:cxn modelId="{50D20BF0-D2C9-4A0E-8F87-F79FE9A5B6CD}" type="presParOf" srcId="{A6210748-2057-46D1-87CD-BC69362874E5}" destId="{32C906C4-047B-40A3-9CAA-F7E65DBE3AA8}" srcOrd="2" destOrd="0" presId="urn:microsoft.com/office/officeart/2005/8/layout/target1"/>
    <dgm:cxn modelId="{90731976-9173-480D-BBC1-630833D1873E}" type="presParOf" srcId="{A6210748-2057-46D1-87CD-BC69362874E5}" destId="{B1CC88EB-1A4C-40B8-B983-34031CD52E9E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14D132-B937-4C19-81C1-488EC12FBFF0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7141A3-07D7-4073-9BB7-07F3D6B130B8}">
      <dgm:prSet/>
      <dgm:spPr/>
      <dgm:t>
        <a:bodyPr/>
        <a:lstStyle/>
        <a:p>
          <a:pPr rtl="0"/>
          <a:r>
            <a:rPr lang="en-US" dirty="0" smtClean="0"/>
            <a:t>Use: Contains all the content of the HTML document that is displayed on the webpage.</a:t>
          </a:r>
          <a:endParaRPr lang="en-US" dirty="0"/>
        </a:p>
      </dgm:t>
    </dgm:pt>
    <dgm:pt modelId="{2324870C-5F19-428C-B8EA-BBFE1109D833}" type="parTrans" cxnId="{3C36FE28-B63F-4E94-9E8C-64E5BF6DB35C}">
      <dgm:prSet/>
      <dgm:spPr/>
      <dgm:t>
        <a:bodyPr/>
        <a:lstStyle/>
        <a:p>
          <a:endParaRPr lang="en-US"/>
        </a:p>
      </dgm:t>
    </dgm:pt>
    <dgm:pt modelId="{4E8C5259-4B3E-47D4-8324-79E773AE30A9}" type="sibTrans" cxnId="{3C36FE28-B63F-4E94-9E8C-64E5BF6DB35C}">
      <dgm:prSet/>
      <dgm:spPr/>
      <dgm:t>
        <a:bodyPr/>
        <a:lstStyle/>
        <a:p>
          <a:endParaRPr lang="en-US"/>
        </a:p>
      </dgm:t>
    </dgm:pt>
    <dgm:pt modelId="{0A4E5BB1-84F0-4597-B5CA-99701A242F8C}" type="pres">
      <dgm:prSet presAssocID="{EC14D132-B937-4C19-81C1-488EC12FBFF0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02ACC0-F6C9-4E21-A56F-CD38471C5094}" type="pres">
      <dgm:prSet presAssocID="{4A7141A3-07D7-4073-9BB7-07F3D6B130B8}" presName="circle1" presStyleLbl="lnNode1" presStyleIdx="0" presStyleCnt="1"/>
      <dgm:spPr/>
    </dgm:pt>
    <dgm:pt modelId="{79022237-6A08-4805-8333-13A4BDF0092F}" type="pres">
      <dgm:prSet presAssocID="{4A7141A3-07D7-4073-9BB7-07F3D6B130B8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920D28-774C-4BC1-BA83-E15ABF18BFFD}" type="pres">
      <dgm:prSet presAssocID="{4A7141A3-07D7-4073-9BB7-07F3D6B130B8}" presName="line1" presStyleLbl="callout" presStyleIdx="0" presStyleCnt="2"/>
      <dgm:spPr/>
    </dgm:pt>
    <dgm:pt modelId="{E28F5CDB-C3BB-4C9A-8627-9C419390F746}" type="pres">
      <dgm:prSet presAssocID="{4A7141A3-07D7-4073-9BB7-07F3D6B130B8}" presName="d1" presStyleLbl="callout" presStyleIdx="1" presStyleCnt="2"/>
      <dgm:spPr/>
    </dgm:pt>
  </dgm:ptLst>
  <dgm:cxnLst>
    <dgm:cxn modelId="{199A6498-D2CC-4F1F-B448-D8A7EFB1D35B}" type="presOf" srcId="{4A7141A3-07D7-4073-9BB7-07F3D6B130B8}" destId="{79022237-6A08-4805-8333-13A4BDF0092F}" srcOrd="0" destOrd="0" presId="urn:microsoft.com/office/officeart/2005/8/layout/target1"/>
    <dgm:cxn modelId="{C3D4BEFA-1F15-4AC4-9D4F-6718DB12083A}" type="presOf" srcId="{EC14D132-B937-4C19-81C1-488EC12FBFF0}" destId="{0A4E5BB1-84F0-4597-B5CA-99701A242F8C}" srcOrd="0" destOrd="0" presId="urn:microsoft.com/office/officeart/2005/8/layout/target1"/>
    <dgm:cxn modelId="{3C36FE28-B63F-4E94-9E8C-64E5BF6DB35C}" srcId="{EC14D132-B937-4C19-81C1-488EC12FBFF0}" destId="{4A7141A3-07D7-4073-9BB7-07F3D6B130B8}" srcOrd="0" destOrd="0" parTransId="{2324870C-5F19-428C-B8EA-BBFE1109D833}" sibTransId="{4E8C5259-4B3E-47D4-8324-79E773AE30A9}"/>
    <dgm:cxn modelId="{97FAC728-BD91-4822-B3AF-5251B5CF093F}" type="presParOf" srcId="{0A4E5BB1-84F0-4597-B5CA-99701A242F8C}" destId="{CC02ACC0-F6C9-4E21-A56F-CD38471C5094}" srcOrd="0" destOrd="0" presId="urn:microsoft.com/office/officeart/2005/8/layout/target1"/>
    <dgm:cxn modelId="{F9CA0284-1596-48B6-9778-967B2E9490CF}" type="presParOf" srcId="{0A4E5BB1-84F0-4597-B5CA-99701A242F8C}" destId="{79022237-6A08-4805-8333-13A4BDF0092F}" srcOrd="1" destOrd="0" presId="urn:microsoft.com/office/officeart/2005/8/layout/target1"/>
    <dgm:cxn modelId="{CF6660A2-D4CB-499C-B8A1-A238FB37C86E}" type="presParOf" srcId="{0A4E5BB1-84F0-4597-B5CA-99701A242F8C}" destId="{57920D28-774C-4BC1-BA83-E15ABF18BFFD}" srcOrd="2" destOrd="0" presId="urn:microsoft.com/office/officeart/2005/8/layout/target1"/>
    <dgm:cxn modelId="{73556F34-E955-45C1-A9FF-4F117A302226}" type="presParOf" srcId="{0A4E5BB1-84F0-4597-B5CA-99701A242F8C}" destId="{E28F5CDB-C3BB-4C9A-8627-9C419390F746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CDBDFC-AF22-4E04-9A7B-9B43E81A87A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06E941-B164-4385-B4F4-D487FB074872}">
      <dgm:prSet/>
      <dgm:spPr/>
      <dgm:t>
        <a:bodyPr/>
        <a:lstStyle/>
        <a:p>
          <a:pPr rtl="0"/>
          <a:r>
            <a:rPr lang="en-US" dirty="0" smtClean="0"/>
            <a:t>Use: Define headings, with &lt;h1&gt; being the most important (main title) and (h6) being the least important.</a:t>
          </a:r>
          <a:endParaRPr lang="en-US" dirty="0"/>
        </a:p>
      </dgm:t>
    </dgm:pt>
    <dgm:pt modelId="{F13E46A9-A16B-4970-BBBD-D21F39F02FE4}" type="parTrans" cxnId="{B814D604-A88B-4555-AB07-1FC13918B3BD}">
      <dgm:prSet/>
      <dgm:spPr/>
      <dgm:t>
        <a:bodyPr/>
        <a:lstStyle/>
        <a:p>
          <a:endParaRPr lang="en-US"/>
        </a:p>
      </dgm:t>
    </dgm:pt>
    <dgm:pt modelId="{3798F1E6-E899-454A-A3BE-D56CFAAEF704}" type="sibTrans" cxnId="{B814D604-A88B-4555-AB07-1FC13918B3BD}">
      <dgm:prSet/>
      <dgm:spPr/>
      <dgm:t>
        <a:bodyPr/>
        <a:lstStyle/>
        <a:p>
          <a:endParaRPr lang="en-US"/>
        </a:p>
      </dgm:t>
    </dgm:pt>
    <dgm:pt modelId="{0A0BA1B1-B625-46FD-8071-29926F63350F}" type="pres">
      <dgm:prSet presAssocID="{FDCDBDFC-AF22-4E04-9A7B-9B43E81A87A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8B30BD3-51A1-4B3A-B301-18C80F4E66F2}" type="pres">
      <dgm:prSet presAssocID="{6406E941-B164-4385-B4F4-D487FB074872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4F3B8A7-21EA-438B-9CD7-A2D0A6C9FC3F}" type="presOf" srcId="{FDCDBDFC-AF22-4E04-9A7B-9B43E81A87A4}" destId="{0A0BA1B1-B625-46FD-8071-29926F63350F}" srcOrd="0" destOrd="0" presId="urn:microsoft.com/office/officeart/2005/8/layout/cycle2"/>
    <dgm:cxn modelId="{B814D604-A88B-4555-AB07-1FC13918B3BD}" srcId="{FDCDBDFC-AF22-4E04-9A7B-9B43E81A87A4}" destId="{6406E941-B164-4385-B4F4-D487FB074872}" srcOrd="0" destOrd="0" parTransId="{F13E46A9-A16B-4970-BBBD-D21F39F02FE4}" sibTransId="{3798F1E6-E899-454A-A3BE-D56CFAAEF704}"/>
    <dgm:cxn modelId="{91BD101C-F8DE-4851-B9FC-E3A70ECB5DC0}" type="presOf" srcId="{6406E941-B164-4385-B4F4-D487FB074872}" destId="{08B30BD3-51A1-4B3A-B301-18C80F4E66F2}" srcOrd="0" destOrd="0" presId="urn:microsoft.com/office/officeart/2005/8/layout/cycle2"/>
    <dgm:cxn modelId="{6795DE2B-6B72-4D0B-95A4-FEBF9EDA8C16}" type="presParOf" srcId="{0A0BA1B1-B625-46FD-8071-29926F63350F}" destId="{08B30BD3-51A1-4B3A-B301-18C80F4E66F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095EF6-DEF1-4E84-87CF-9FA48BF19ABC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68BA15-A0B2-4CE9-9BD8-F9599C82D0D1}">
      <dgm:prSet/>
      <dgm:spPr/>
      <dgm:t>
        <a:bodyPr/>
        <a:lstStyle/>
        <a:p>
          <a:pPr rtl="0"/>
          <a:r>
            <a:rPr lang="en-US" smtClean="0"/>
            <a:t>Use: Defines a paragraph to text.</a:t>
          </a:r>
          <a:endParaRPr lang="en-US"/>
        </a:p>
      </dgm:t>
    </dgm:pt>
    <dgm:pt modelId="{4BF25E6B-3A9C-4245-9684-3149C179FEB5}" type="parTrans" cxnId="{A30B66AB-23B2-4705-A196-3830658D7201}">
      <dgm:prSet/>
      <dgm:spPr/>
      <dgm:t>
        <a:bodyPr/>
        <a:lstStyle/>
        <a:p>
          <a:endParaRPr lang="en-US"/>
        </a:p>
      </dgm:t>
    </dgm:pt>
    <dgm:pt modelId="{B6507AF2-E4F2-4426-B2D1-FB8AE94CF81D}" type="sibTrans" cxnId="{A30B66AB-23B2-4705-A196-3830658D7201}">
      <dgm:prSet/>
      <dgm:spPr/>
      <dgm:t>
        <a:bodyPr/>
        <a:lstStyle/>
        <a:p>
          <a:endParaRPr lang="en-US"/>
        </a:p>
      </dgm:t>
    </dgm:pt>
    <dgm:pt modelId="{4899324F-94F6-4926-9329-EBE1D5B55A97}" type="pres">
      <dgm:prSet presAssocID="{A5095EF6-DEF1-4E84-87CF-9FA48BF19ABC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44DEFA-C8A6-4719-928D-B76659B233C6}" type="pres">
      <dgm:prSet presAssocID="{E568BA15-A0B2-4CE9-9BD8-F9599C82D0D1}" presName="circle1" presStyleLbl="lnNode1" presStyleIdx="0" presStyleCnt="1"/>
      <dgm:spPr/>
    </dgm:pt>
    <dgm:pt modelId="{66D8C536-6351-4E8F-BF49-6DEEFC00BA89}" type="pres">
      <dgm:prSet presAssocID="{E568BA15-A0B2-4CE9-9BD8-F9599C82D0D1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557200-B44F-4D7B-9E6E-1C138FA1B71E}" type="pres">
      <dgm:prSet presAssocID="{E568BA15-A0B2-4CE9-9BD8-F9599C82D0D1}" presName="line1" presStyleLbl="callout" presStyleIdx="0" presStyleCnt="2"/>
      <dgm:spPr/>
    </dgm:pt>
    <dgm:pt modelId="{32048D70-CA7D-4AA7-B8C2-7477BA25EE36}" type="pres">
      <dgm:prSet presAssocID="{E568BA15-A0B2-4CE9-9BD8-F9599C82D0D1}" presName="d1" presStyleLbl="callout" presStyleIdx="1" presStyleCnt="2"/>
      <dgm:spPr/>
    </dgm:pt>
  </dgm:ptLst>
  <dgm:cxnLst>
    <dgm:cxn modelId="{F0496157-5421-4294-A56D-E1715366FA51}" type="presOf" srcId="{A5095EF6-DEF1-4E84-87CF-9FA48BF19ABC}" destId="{4899324F-94F6-4926-9329-EBE1D5B55A97}" srcOrd="0" destOrd="0" presId="urn:microsoft.com/office/officeart/2005/8/layout/target1"/>
    <dgm:cxn modelId="{A30B66AB-23B2-4705-A196-3830658D7201}" srcId="{A5095EF6-DEF1-4E84-87CF-9FA48BF19ABC}" destId="{E568BA15-A0B2-4CE9-9BD8-F9599C82D0D1}" srcOrd="0" destOrd="0" parTransId="{4BF25E6B-3A9C-4245-9684-3149C179FEB5}" sibTransId="{B6507AF2-E4F2-4426-B2D1-FB8AE94CF81D}"/>
    <dgm:cxn modelId="{97EB4F6D-576D-4A9B-BF52-E1B0699B80F3}" type="presOf" srcId="{E568BA15-A0B2-4CE9-9BD8-F9599C82D0D1}" destId="{66D8C536-6351-4E8F-BF49-6DEEFC00BA89}" srcOrd="0" destOrd="0" presId="urn:microsoft.com/office/officeart/2005/8/layout/target1"/>
    <dgm:cxn modelId="{DDF31264-0784-4581-A612-9C6D8B0F3F06}" type="presParOf" srcId="{4899324F-94F6-4926-9329-EBE1D5B55A97}" destId="{6C44DEFA-C8A6-4719-928D-B76659B233C6}" srcOrd="0" destOrd="0" presId="urn:microsoft.com/office/officeart/2005/8/layout/target1"/>
    <dgm:cxn modelId="{2360791C-8BD9-4984-91B7-400ADD1CFFAD}" type="presParOf" srcId="{4899324F-94F6-4926-9329-EBE1D5B55A97}" destId="{66D8C536-6351-4E8F-BF49-6DEEFC00BA89}" srcOrd="1" destOrd="0" presId="urn:microsoft.com/office/officeart/2005/8/layout/target1"/>
    <dgm:cxn modelId="{77E1EE93-275F-413F-8EA8-0C7501E4D1AF}" type="presParOf" srcId="{4899324F-94F6-4926-9329-EBE1D5B55A97}" destId="{AD557200-B44F-4D7B-9E6E-1C138FA1B71E}" srcOrd="2" destOrd="0" presId="urn:microsoft.com/office/officeart/2005/8/layout/target1"/>
    <dgm:cxn modelId="{27A67265-7CC1-43EE-8818-74837B5EBC83}" type="presParOf" srcId="{4899324F-94F6-4926-9329-EBE1D5B55A97}" destId="{32048D70-CA7D-4AA7-B8C2-7477BA25EE36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0A80C9-B908-4E63-80C0-38062C0D350A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36DCF9-0338-46F6-8BF1-E675328E08B5}">
      <dgm:prSet/>
      <dgm:spPr/>
      <dgm:t>
        <a:bodyPr/>
        <a:lstStyle/>
        <a:p>
          <a:pPr rtl="0"/>
          <a:r>
            <a:rPr lang="en-US" smtClean="0"/>
            <a:t>Use: Creates a hyperlink to another webpage or resource.</a:t>
          </a:r>
          <a:endParaRPr lang="en-US"/>
        </a:p>
      </dgm:t>
    </dgm:pt>
    <dgm:pt modelId="{759B469A-6D61-47CB-A0DA-2A7C47699AFA}" type="parTrans" cxnId="{ABB91C32-BA82-41E2-99D0-3ED411D39523}">
      <dgm:prSet/>
      <dgm:spPr/>
      <dgm:t>
        <a:bodyPr/>
        <a:lstStyle/>
        <a:p>
          <a:endParaRPr lang="en-US"/>
        </a:p>
      </dgm:t>
    </dgm:pt>
    <dgm:pt modelId="{69D31C01-9BDB-4B20-975F-FD4F2451AF2C}" type="sibTrans" cxnId="{ABB91C32-BA82-41E2-99D0-3ED411D39523}">
      <dgm:prSet/>
      <dgm:spPr/>
      <dgm:t>
        <a:bodyPr/>
        <a:lstStyle/>
        <a:p>
          <a:endParaRPr lang="en-US"/>
        </a:p>
      </dgm:t>
    </dgm:pt>
    <dgm:pt modelId="{926A74A4-0D0C-4A75-90F5-73E7DA592487}" type="pres">
      <dgm:prSet presAssocID="{3C0A80C9-B908-4E63-80C0-38062C0D350A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2F3B78-9FC8-4FB6-821B-760CC167F163}" type="pres">
      <dgm:prSet presAssocID="{7336DCF9-0338-46F6-8BF1-E675328E08B5}" presName="circle1" presStyleLbl="lnNode1" presStyleIdx="0" presStyleCnt="1"/>
      <dgm:spPr/>
    </dgm:pt>
    <dgm:pt modelId="{A17028E1-6EE7-452F-9ECD-F8ED70AC2041}" type="pres">
      <dgm:prSet presAssocID="{7336DCF9-0338-46F6-8BF1-E675328E08B5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4A8814-BC0C-402D-A4A4-6F405EC2F0C8}" type="pres">
      <dgm:prSet presAssocID="{7336DCF9-0338-46F6-8BF1-E675328E08B5}" presName="line1" presStyleLbl="callout" presStyleIdx="0" presStyleCnt="2"/>
      <dgm:spPr/>
    </dgm:pt>
    <dgm:pt modelId="{034E63F2-55B4-4AAA-B2FF-6CDCA51A5961}" type="pres">
      <dgm:prSet presAssocID="{7336DCF9-0338-46F6-8BF1-E675328E08B5}" presName="d1" presStyleLbl="callout" presStyleIdx="1" presStyleCnt="2"/>
      <dgm:spPr/>
    </dgm:pt>
  </dgm:ptLst>
  <dgm:cxnLst>
    <dgm:cxn modelId="{5E3EE4C3-94AE-4318-B5CE-C1AAB2D87181}" type="presOf" srcId="{3C0A80C9-B908-4E63-80C0-38062C0D350A}" destId="{926A74A4-0D0C-4A75-90F5-73E7DA592487}" srcOrd="0" destOrd="0" presId="urn:microsoft.com/office/officeart/2005/8/layout/target1"/>
    <dgm:cxn modelId="{ABB91C32-BA82-41E2-99D0-3ED411D39523}" srcId="{3C0A80C9-B908-4E63-80C0-38062C0D350A}" destId="{7336DCF9-0338-46F6-8BF1-E675328E08B5}" srcOrd="0" destOrd="0" parTransId="{759B469A-6D61-47CB-A0DA-2A7C47699AFA}" sibTransId="{69D31C01-9BDB-4B20-975F-FD4F2451AF2C}"/>
    <dgm:cxn modelId="{913DDAE1-0F1E-41CF-82CC-2E63ABD8D379}" type="presOf" srcId="{7336DCF9-0338-46F6-8BF1-E675328E08B5}" destId="{A17028E1-6EE7-452F-9ECD-F8ED70AC2041}" srcOrd="0" destOrd="0" presId="urn:microsoft.com/office/officeart/2005/8/layout/target1"/>
    <dgm:cxn modelId="{636658F5-21A5-4C1B-B9B5-7AE6F5AC724D}" type="presParOf" srcId="{926A74A4-0D0C-4A75-90F5-73E7DA592487}" destId="{AE2F3B78-9FC8-4FB6-821B-760CC167F163}" srcOrd="0" destOrd="0" presId="urn:microsoft.com/office/officeart/2005/8/layout/target1"/>
    <dgm:cxn modelId="{3DF95FDB-9DA5-48EC-8305-68267C5D4513}" type="presParOf" srcId="{926A74A4-0D0C-4A75-90F5-73E7DA592487}" destId="{A17028E1-6EE7-452F-9ECD-F8ED70AC2041}" srcOrd="1" destOrd="0" presId="urn:microsoft.com/office/officeart/2005/8/layout/target1"/>
    <dgm:cxn modelId="{C4030E47-BE2D-4266-B547-5B6788358761}" type="presParOf" srcId="{926A74A4-0D0C-4A75-90F5-73E7DA592487}" destId="{5E4A8814-BC0C-402D-A4A4-6F405EC2F0C8}" srcOrd="2" destOrd="0" presId="urn:microsoft.com/office/officeart/2005/8/layout/target1"/>
    <dgm:cxn modelId="{EFC9E756-708D-4F30-A3B1-FD6647E96E43}" type="presParOf" srcId="{926A74A4-0D0C-4A75-90F5-73E7DA592487}" destId="{034E63F2-55B4-4AAA-B2FF-6CDCA51A5961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CF8A128-B550-449E-8CD9-E581844CF0FA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24CBED-7BC9-4AF6-95EA-0745E629F3BC}">
      <dgm:prSet/>
      <dgm:spPr/>
      <dgm:t>
        <a:bodyPr/>
        <a:lstStyle/>
        <a:p>
          <a:pPr rtl="0"/>
          <a:r>
            <a:rPr lang="en-US" smtClean="0"/>
            <a:t>Use: Embeds an image in the document.</a:t>
          </a:r>
          <a:endParaRPr lang="en-US"/>
        </a:p>
      </dgm:t>
    </dgm:pt>
    <dgm:pt modelId="{0E88286E-5799-4971-87DC-D33F179EFC1F}" type="parTrans" cxnId="{7D61BD02-DC58-4DD4-B1B9-4533821D8DDD}">
      <dgm:prSet/>
      <dgm:spPr/>
      <dgm:t>
        <a:bodyPr/>
        <a:lstStyle/>
        <a:p>
          <a:endParaRPr lang="en-US"/>
        </a:p>
      </dgm:t>
    </dgm:pt>
    <dgm:pt modelId="{B0725687-695B-4A29-87E2-2701C0C9CB37}" type="sibTrans" cxnId="{7D61BD02-DC58-4DD4-B1B9-4533821D8DDD}">
      <dgm:prSet/>
      <dgm:spPr/>
      <dgm:t>
        <a:bodyPr/>
        <a:lstStyle/>
        <a:p>
          <a:endParaRPr lang="en-US"/>
        </a:p>
      </dgm:t>
    </dgm:pt>
    <dgm:pt modelId="{D50DC808-E781-4FCB-B2B4-2B15F772708F}" type="pres">
      <dgm:prSet presAssocID="{3CF8A128-B550-449E-8CD9-E581844CF0FA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FACCC74-0C8C-46E0-B372-CD9E978A8C0D}" type="pres">
      <dgm:prSet presAssocID="{7324CBED-7BC9-4AF6-95EA-0745E629F3BC}" presName="circle1" presStyleLbl="lnNode1" presStyleIdx="0" presStyleCnt="1"/>
      <dgm:spPr/>
    </dgm:pt>
    <dgm:pt modelId="{D4F88853-EB80-43D9-87CA-FFBAE0E31ACD}" type="pres">
      <dgm:prSet presAssocID="{7324CBED-7BC9-4AF6-95EA-0745E629F3BC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129805-446B-49FF-8B50-88687CE1334E}" type="pres">
      <dgm:prSet presAssocID="{7324CBED-7BC9-4AF6-95EA-0745E629F3BC}" presName="line1" presStyleLbl="callout" presStyleIdx="0" presStyleCnt="2"/>
      <dgm:spPr/>
    </dgm:pt>
    <dgm:pt modelId="{B0AB26C0-602C-42DB-BC2A-5B621A8E83AD}" type="pres">
      <dgm:prSet presAssocID="{7324CBED-7BC9-4AF6-95EA-0745E629F3BC}" presName="d1" presStyleLbl="callout" presStyleIdx="1" presStyleCnt="2"/>
      <dgm:spPr/>
    </dgm:pt>
  </dgm:ptLst>
  <dgm:cxnLst>
    <dgm:cxn modelId="{1982BF71-FF54-46C1-A311-0DC12445A6E1}" type="presOf" srcId="{3CF8A128-B550-449E-8CD9-E581844CF0FA}" destId="{D50DC808-E781-4FCB-B2B4-2B15F772708F}" srcOrd="0" destOrd="0" presId="urn:microsoft.com/office/officeart/2005/8/layout/target1"/>
    <dgm:cxn modelId="{B09D3A1D-D9F5-4EAC-8D43-28A308AE4833}" type="presOf" srcId="{7324CBED-7BC9-4AF6-95EA-0745E629F3BC}" destId="{D4F88853-EB80-43D9-87CA-FFBAE0E31ACD}" srcOrd="0" destOrd="0" presId="urn:microsoft.com/office/officeart/2005/8/layout/target1"/>
    <dgm:cxn modelId="{7D61BD02-DC58-4DD4-B1B9-4533821D8DDD}" srcId="{3CF8A128-B550-449E-8CD9-E581844CF0FA}" destId="{7324CBED-7BC9-4AF6-95EA-0745E629F3BC}" srcOrd="0" destOrd="0" parTransId="{0E88286E-5799-4971-87DC-D33F179EFC1F}" sibTransId="{B0725687-695B-4A29-87E2-2701C0C9CB37}"/>
    <dgm:cxn modelId="{D399F1FA-5985-4123-AF75-9542020594ED}" type="presParOf" srcId="{D50DC808-E781-4FCB-B2B4-2B15F772708F}" destId="{CFACCC74-0C8C-46E0-B372-CD9E978A8C0D}" srcOrd="0" destOrd="0" presId="urn:microsoft.com/office/officeart/2005/8/layout/target1"/>
    <dgm:cxn modelId="{EE6AC1EB-4222-4810-BAE7-E4F481FE6FAB}" type="presParOf" srcId="{D50DC808-E781-4FCB-B2B4-2B15F772708F}" destId="{D4F88853-EB80-43D9-87CA-FFBAE0E31ACD}" srcOrd="1" destOrd="0" presId="urn:microsoft.com/office/officeart/2005/8/layout/target1"/>
    <dgm:cxn modelId="{C5F06843-E4C3-42E9-BB6B-975A250AAE7A}" type="presParOf" srcId="{D50DC808-E781-4FCB-B2B4-2B15F772708F}" destId="{E8129805-446B-49FF-8B50-88687CE1334E}" srcOrd="2" destOrd="0" presId="urn:microsoft.com/office/officeart/2005/8/layout/target1"/>
    <dgm:cxn modelId="{EE886DF8-87CB-4730-9C7C-6D9909E89C1A}" type="presParOf" srcId="{D50DC808-E781-4FCB-B2B4-2B15F772708F}" destId="{B0AB26C0-602C-42DB-BC2A-5B621A8E83AD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874346A-57EA-47A2-9252-97C9519C7005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AAB583-0BC4-4470-BB07-6E043B6B7884}">
      <dgm:prSet/>
      <dgm:spPr/>
      <dgm:t>
        <a:bodyPr/>
        <a:lstStyle/>
        <a:p>
          <a:pPr rtl="0"/>
          <a:r>
            <a:rPr lang="en-US" smtClean="0"/>
            <a:t>Use: Creates an unordered list (bulleted list ) of items.</a:t>
          </a:r>
          <a:endParaRPr lang="en-US"/>
        </a:p>
      </dgm:t>
    </dgm:pt>
    <dgm:pt modelId="{8EE79CBB-3716-4329-B6B2-4357AE0986B8}" type="parTrans" cxnId="{41F3756D-F3D6-4C7C-959C-668CD166428B}">
      <dgm:prSet/>
      <dgm:spPr/>
      <dgm:t>
        <a:bodyPr/>
        <a:lstStyle/>
        <a:p>
          <a:endParaRPr lang="en-US"/>
        </a:p>
      </dgm:t>
    </dgm:pt>
    <dgm:pt modelId="{B5DF3F90-2222-4169-8E9C-AE091B577C64}" type="sibTrans" cxnId="{41F3756D-F3D6-4C7C-959C-668CD166428B}">
      <dgm:prSet/>
      <dgm:spPr/>
      <dgm:t>
        <a:bodyPr/>
        <a:lstStyle/>
        <a:p>
          <a:endParaRPr lang="en-US"/>
        </a:p>
      </dgm:t>
    </dgm:pt>
    <dgm:pt modelId="{470282E2-44BC-4CAD-8772-8492643C89FE}" type="pres">
      <dgm:prSet presAssocID="{2874346A-57EA-47A2-9252-97C9519C7005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2D9AE2-B810-4B51-BA1F-43BC5AA74602}" type="pres">
      <dgm:prSet presAssocID="{A3AAB583-0BC4-4470-BB07-6E043B6B7884}" presName="circle1" presStyleLbl="lnNode1" presStyleIdx="0" presStyleCnt="1"/>
      <dgm:spPr/>
    </dgm:pt>
    <dgm:pt modelId="{365064A3-A01F-4DC5-B9CD-E814C0D5DBAB}" type="pres">
      <dgm:prSet presAssocID="{A3AAB583-0BC4-4470-BB07-6E043B6B7884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4739FB-0EA1-4927-8629-247CE1E47421}" type="pres">
      <dgm:prSet presAssocID="{A3AAB583-0BC4-4470-BB07-6E043B6B7884}" presName="line1" presStyleLbl="callout" presStyleIdx="0" presStyleCnt="2"/>
      <dgm:spPr/>
    </dgm:pt>
    <dgm:pt modelId="{0BDAEB06-6852-4082-8E41-91194DDBA705}" type="pres">
      <dgm:prSet presAssocID="{A3AAB583-0BC4-4470-BB07-6E043B6B7884}" presName="d1" presStyleLbl="callout" presStyleIdx="1" presStyleCnt="2"/>
      <dgm:spPr/>
    </dgm:pt>
  </dgm:ptLst>
  <dgm:cxnLst>
    <dgm:cxn modelId="{41F3756D-F3D6-4C7C-959C-668CD166428B}" srcId="{2874346A-57EA-47A2-9252-97C9519C7005}" destId="{A3AAB583-0BC4-4470-BB07-6E043B6B7884}" srcOrd="0" destOrd="0" parTransId="{8EE79CBB-3716-4329-B6B2-4357AE0986B8}" sibTransId="{B5DF3F90-2222-4169-8E9C-AE091B577C64}"/>
    <dgm:cxn modelId="{E8B0BCB8-A8E7-42BB-831E-3957774A03E7}" type="presOf" srcId="{2874346A-57EA-47A2-9252-97C9519C7005}" destId="{470282E2-44BC-4CAD-8772-8492643C89FE}" srcOrd="0" destOrd="0" presId="urn:microsoft.com/office/officeart/2005/8/layout/target1"/>
    <dgm:cxn modelId="{AE2FE6E0-8575-4F02-83EA-D23A30520A09}" type="presOf" srcId="{A3AAB583-0BC4-4470-BB07-6E043B6B7884}" destId="{365064A3-A01F-4DC5-B9CD-E814C0D5DBAB}" srcOrd="0" destOrd="0" presId="urn:microsoft.com/office/officeart/2005/8/layout/target1"/>
    <dgm:cxn modelId="{F018E27C-C80D-4B15-929D-2E5D9143E039}" type="presParOf" srcId="{470282E2-44BC-4CAD-8772-8492643C89FE}" destId="{412D9AE2-B810-4B51-BA1F-43BC5AA74602}" srcOrd="0" destOrd="0" presId="urn:microsoft.com/office/officeart/2005/8/layout/target1"/>
    <dgm:cxn modelId="{E8AF25A3-FD2D-464E-B963-80C0950025B4}" type="presParOf" srcId="{470282E2-44BC-4CAD-8772-8492643C89FE}" destId="{365064A3-A01F-4DC5-B9CD-E814C0D5DBAB}" srcOrd="1" destOrd="0" presId="urn:microsoft.com/office/officeart/2005/8/layout/target1"/>
    <dgm:cxn modelId="{71FD5FBB-B135-4871-9E4B-7154CCB50869}" type="presParOf" srcId="{470282E2-44BC-4CAD-8772-8492643C89FE}" destId="{BB4739FB-0EA1-4927-8629-247CE1E47421}" srcOrd="2" destOrd="0" presId="urn:microsoft.com/office/officeart/2005/8/layout/target1"/>
    <dgm:cxn modelId="{772CBF65-69D6-4162-A676-E8DEAAC022A5}" type="presParOf" srcId="{470282E2-44BC-4CAD-8772-8492643C89FE}" destId="{0BDAEB06-6852-4082-8E41-91194DDBA705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D63690F-1261-4079-B7B7-E6FF9CA9A484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78BAFD-60F8-4344-A8E6-15EAAEAA0DC0}">
      <dgm:prSet/>
      <dgm:spPr/>
      <dgm:t>
        <a:bodyPr/>
        <a:lstStyle/>
        <a:p>
          <a:pPr rtl="0"/>
          <a:r>
            <a:rPr lang="en-US" smtClean="0"/>
            <a:t>Use: Creates an ordered list (numbered list) of items.</a:t>
          </a:r>
          <a:endParaRPr lang="en-US"/>
        </a:p>
      </dgm:t>
    </dgm:pt>
    <dgm:pt modelId="{F0EAD29D-96DC-4B0E-8FE0-265434D8D988}" type="parTrans" cxnId="{37F10CCB-2F56-4FA0-8BC9-E9AC15EC756E}">
      <dgm:prSet/>
      <dgm:spPr/>
      <dgm:t>
        <a:bodyPr/>
        <a:lstStyle/>
        <a:p>
          <a:endParaRPr lang="en-US"/>
        </a:p>
      </dgm:t>
    </dgm:pt>
    <dgm:pt modelId="{AE044415-AE72-40E1-88E5-7BE6EC59AF92}" type="sibTrans" cxnId="{37F10CCB-2F56-4FA0-8BC9-E9AC15EC756E}">
      <dgm:prSet/>
      <dgm:spPr/>
      <dgm:t>
        <a:bodyPr/>
        <a:lstStyle/>
        <a:p>
          <a:endParaRPr lang="en-US"/>
        </a:p>
      </dgm:t>
    </dgm:pt>
    <dgm:pt modelId="{F95F99CC-7AEC-4F61-B770-1D3912A3B90F}" type="pres">
      <dgm:prSet presAssocID="{AD63690F-1261-4079-B7B7-E6FF9CA9A484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ACB338B-12CA-4CE1-B362-2D23B4750C65}" type="pres">
      <dgm:prSet presAssocID="{1478BAFD-60F8-4344-A8E6-15EAAEAA0DC0}" presName="circle1" presStyleLbl="lnNode1" presStyleIdx="0" presStyleCnt="1"/>
      <dgm:spPr/>
    </dgm:pt>
    <dgm:pt modelId="{64BFC655-DD0E-4F86-AE49-CBB8FA797AEB}" type="pres">
      <dgm:prSet presAssocID="{1478BAFD-60F8-4344-A8E6-15EAAEAA0DC0}" presName="text1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69D931-8F26-4BA6-B8B7-72824FDF3617}" type="pres">
      <dgm:prSet presAssocID="{1478BAFD-60F8-4344-A8E6-15EAAEAA0DC0}" presName="line1" presStyleLbl="callout" presStyleIdx="0" presStyleCnt="2"/>
      <dgm:spPr/>
    </dgm:pt>
    <dgm:pt modelId="{70F2E6B2-1C05-4D30-9AC1-6DFF4B5FB9C0}" type="pres">
      <dgm:prSet presAssocID="{1478BAFD-60F8-4344-A8E6-15EAAEAA0DC0}" presName="d1" presStyleLbl="callout" presStyleIdx="1" presStyleCnt="2"/>
      <dgm:spPr/>
    </dgm:pt>
  </dgm:ptLst>
  <dgm:cxnLst>
    <dgm:cxn modelId="{8060684C-7A29-4FE1-AB3D-B4EBB9AD802B}" type="presOf" srcId="{1478BAFD-60F8-4344-A8E6-15EAAEAA0DC0}" destId="{64BFC655-DD0E-4F86-AE49-CBB8FA797AEB}" srcOrd="0" destOrd="0" presId="urn:microsoft.com/office/officeart/2005/8/layout/target1"/>
    <dgm:cxn modelId="{BC8403F4-5C8A-4A95-A23F-6AE1FE32DE8F}" type="presOf" srcId="{AD63690F-1261-4079-B7B7-E6FF9CA9A484}" destId="{F95F99CC-7AEC-4F61-B770-1D3912A3B90F}" srcOrd="0" destOrd="0" presId="urn:microsoft.com/office/officeart/2005/8/layout/target1"/>
    <dgm:cxn modelId="{37F10CCB-2F56-4FA0-8BC9-E9AC15EC756E}" srcId="{AD63690F-1261-4079-B7B7-E6FF9CA9A484}" destId="{1478BAFD-60F8-4344-A8E6-15EAAEAA0DC0}" srcOrd="0" destOrd="0" parTransId="{F0EAD29D-96DC-4B0E-8FE0-265434D8D988}" sibTransId="{AE044415-AE72-40E1-88E5-7BE6EC59AF92}"/>
    <dgm:cxn modelId="{5F9FF505-7B7B-4A65-B37D-734DB43F31C8}" type="presParOf" srcId="{F95F99CC-7AEC-4F61-B770-1D3912A3B90F}" destId="{DACB338B-12CA-4CE1-B362-2D23B4750C65}" srcOrd="0" destOrd="0" presId="urn:microsoft.com/office/officeart/2005/8/layout/target1"/>
    <dgm:cxn modelId="{932B0415-3FC2-4F65-9EA6-1C03997D5174}" type="presParOf" srcId="{F95F99CC-7AEC-4F61-B770-1D3912A3B90F}" destId="{64BFC655-DD0E-4F86-AE49-CBB8FA797AEB}" srcOrd="1" destOrd="0" presId="urn:microsoft.com/office/officeart/2005/8/layout/target1"/>
    <dgm:cxn modelId="{3588735A-D9A7-4801-B015-6BD0F2AC5990}" type="presParOf" srcId="{F95F99CC-7AEC-4F61-B770-1D3912A3B90F}" destId="{6669D931-8F26-4BA6-B8B7-72824FDF3617}" srcOrd="2" destOrd="0" presId="urn:microsoft.com/office/officeart/2005/8/layout/target1"/>
    <dgm:cxn modelId="{608D68B4-40E6-4449-A509-07A1CF488764}" type="presParOf" srcId="{F95F99CC-7AEC-4F61-B770-1D3912A3B90F}" destId="{70F2E6B2-1C05-4D30-9AC1-6DFF4B5FB9C0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1D1A5-9826-4F37-AA6A-CE8E6C13DF97}">
      <dsp:nvSpPr>
        <dsp:cNvPr id="0" name=""/>
        <dsp:cNvSpPr/>
      </dsp:nvSpPr>
      <dsp:spPr>
        <a:xfrm>
          <a:off x="685799" y="0"/>
          <a:ext cx="7772400" cy="337399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D5C47-0936-4AF4-A0E1-876D7E8B9503}">
      <dsp:nvSpPr>
        <dsp:cNvPr id="0" name=""/>
        <dsp:cNvSpPr/>
      </dsp:nvSpPr>
      <dsp:spPr>
        <a:xfrm>
          <a:off x="111" y="940178"/>
          <a:ext cx="4460378" cy="14936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i="0" kern="1200" smtClean="0"/>
            <a:t>HTLM, or Hypertext Markup Language, is the standard mark language Used to create Web pages. It structure to create content on the Web and provides a way to embed images, videos, and text.</a:t>
          </a:r>
          <a:endParaRPr lang="en-US" sz="1700" kern="1200"/>
        </a:p>
      </dsp:txBody>
      <dsp:txXfrm>
        <a:off x="73025" y="1013092"/>
        <a:ext cx="4314550" cy="1347813"/>
      </dsp:txXfrm>
    </dsp:sp>
    <dsp:sp modelId="{D0A62E59-04B0-41CA-A489-B8BD3CDE6359}">
      <dsp:nvSpPr>
        <dsp:cNvPr id="0" name=""/>
        <dsp:cNvSpPr/>
      </dsp:nvSpPr>
      <dsp:spPr>
        <a:xfrm>
          <a:off x="4683509" y="871422"/>
          <a:ext cx="4460378" cy="15073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0" i="0" kern="1200" dirty="0" smtClean="0">
              <a:solidFill>
                <a:schemeClr val="tx1"/>
              </a:solidFill>
            </a:rPr>
            <a:t>This assignment is hereby presented by: </a:t>
          </a:r>
          <a:r>
            <a:rPr lang="en-US" sz="1400" b="0" i="0" kern="1200" dirty="0" smtClean="0"/>
            <a:t>“Atek’s Tiara Malik’s”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0" i="0" kern="1200" dirty="0" smtClean="0">
              <a:solidFill>
                <a:schemeClr val="tx1"/>
              </a:solidFill>
            </a:rPr>
            <a:t>Department</a:t>
          </a:r>
          <a:r>
            <a:rPr lang="en-US" sz="1400" b="0" i="0" kern="1200" dirty="0" smtClean="0"/>
            <a:t>: Hardware maintenance and Networking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0" i="0" kern="1200" dirty="0" smtClean="0">
              <a:solidFill>
                <a:schemeClr val="tx1"/>
              </a:solidFill>
            </a:rPr>
            <a:t>Course: </a:t>
          </a:r>
          <a:r>
            <a:rPr lang="en-US" sz="1400" b="0" i="0" kern="1200" dirty="0" smtClean="0"/>
            <a:t>Web programming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0" i="0" kern="1200" dirty="0" smtClean="0">
              <a:solidFill>
                <a:schemeClr val="tx1"/>
              </a:solidFill>
            </a:rPr>
            <a:t>Lecturer: </a:t>
          </a:r>
          <a:r>
            <a:rPr lang="en-US" sz="1400" b="0" i="0" kern="1200" dirty="0" smtClean="0"/>
            <a:t>“Engineer Chest”</a:t>
          </a:r>
          <a:endParaRPr lang="en-US" sz="1400" kern="1200" dirty="0"/>
        </a:p>
      </dsp:txBody>
      <dsp:txXfrm>
        <a:off x="4757094" y="945007"/>
        <a:ext cx="4313208" cy="1360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269B9-04C5-4732-96A0-AF662331E416}">
      <dsp:nvSpPr>
        <dsp:cNvPr id="0" name=""/>
        <dsp:cNvSpPr/>
      </dsp:nvSpPr>
      <dsp:spPr>
        <a:xfrm>
          <a:off x="2576459" y="1080082"/>
          <a:ext cx="3240247" cy="3240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65029-E5A2-4928-B5F9-F4953630D2DE}">
      <dsp:nvSpPr>
        <dsp:cNvPr id="0" name=""/>
        <dsp:cNvSpPr/>
      </dsp:nvSpPr>
      <dsp:spPr>
        <a:xfrm>
          <a:off x="6465814" y="0"/>
          <a:ext cx="1620123" cy="1350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Use: The root element that defines the beginning and the end of an html document.</a:t>
          </a:r>
          <a:endParaRPr lang="en-US" sz="2000" kern="1200" dirty="0"/>
        </a:p>
      </dsp:txBody>
      <dsp:txXfrm>
        <a:off x="6465814" y="0"/>
        <a:ext cx="1620123" cy="1350103"/>
      </dsp:txXfrm>
    </dsp:sp>
    <dsp:sp modelId="{6B8B7F13-409B-4B15-9FF8-B30B33185591}">
      <dsp:nvSpPr>
        <dsp:cNvPr id="0" name=""/>
        <dsp:cNvSpPr/>
      </dsp:nvSpPr>
      <dsp:spPr>
        <a:xfrm>
          <a:off x="6060784" y="675051"/>
          <a:ext cx="4050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AD442-1D19-491A-B8B7-DF37C16A7CAC}">
      <dsp:nvSpPr>
        <dsp:cNvPr id="0" name=""/>
        <dsp:cNvSpPr/>
      </dsp:nvSpPr>
      <dsp:spPr>
        <a:xfrm rot="5400000">
          <a:off x="4169424" y="810196"/>
          <a:ext cx="2026234" cy="175378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9D0F2A-C3C1-4CFB-811F-C31FF9309508}">
      <dsp:nvSpPr>
        <dsp:cNvPr id="0" name=""/>
        <dsp:cNvSpPr/>
      </dsp:nvSpPr>
      <dsp:spPr>
        <a:xfrm>
          <a:off x="2112565" y="1258093"/>
          <a:ext cx="3774281" cy="377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B1DD7A-3111-43D5-9C68-12F4F41D705F}">
      <dsp:nvSpPr>
        <dsp:cNvPr id="0" name=""/>
        <dsp:cNvSpPr/>
      </dsp:nvSpPr>
      <dsp:spPr>
        <a:xfrm>
          <a:off x="6515893" y="0"/>
          <a:ext cx="1887140" cy="157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Use: Contains meta-information about the document, such as its title, Character set, and linked stylesheets.</a:t>
          </a:r>
          <a:endParaRPr lang="en-US" sz="1600" kern="1200" dirty="0"/>
        </a:p>
      </dsp:txBody>
      <dsp:txXfrm>
        <a:off x="6515893" y="0"/>
        <a:ext cx="1887140" cy="1572617"/>
      </dsp:txXfrm>
    </dsp:sp>
    <dsp:sp modelId="{E6B4E0AB-7900-4453-955F-67E068A56AEC}">
      <dsp:nvSpPr>
        <dsp:cNvPr id="0" name=""/>
        <dsp:cNvSpPr/>
      </dsp:nvSpPr>
      <dsp:spPr>
        <a:xfrm>
          <a:off x="6044108" y="786308"/>
          <a:ext cx="471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F1CEA-1310-47B9-976F-38FA3DE62715}">
      <dsp:nvSpPr>
        <dsp:cNvPr id="0" name=""/>
        <dsp:cNvSpPr/>
      </dsp:nvSpPr>
      <dsp:spPr>
        <a:xfrm rot="5400000">
          <a:off x="3841029" y="943727"/>
          <a:ext cx="2360183" cy="204282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D4493-8897-467D-9917-5583009B5152}">
      <dsp:nvSpPr>
        <dsp:cNvPr id="0" name=""/>
        <dsp:cNvSpPr/>
      </dsp:nvSpPr>
      <dsp:spPr>
        <a:xfrm>
          <a:off x="2188590" y="1227683"/>
          <a:ext cx="3683051" cy="36830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70351-F1EB-4E66-8FDA-E7923D51C870}">
      <dsp:nvSpPr>
        <dsp:cNvPr id="0" name=""/>
        <dsp:cNvSpPr/>
      </dsp:nvSpPr>
      <dsp:spPr>
        <a:xfrm>
          <a:off x="6485483" y="0"/>
          <a:ext cx="1841525" cy="1534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Use: Sets the title of the document, which appears in the browser tab.</a:t>
          </a:r>
          <a:endParaRPr lang="en-US" sz="1900" kern="1200" dirty="0"/>
        </a:p>
      </dsp:txBody>
      <dsp:txXfrm>
        <a:off x="6485483" y="0"/>
        <a:ext cx="1841525" cy="1534604"/>
      </dsp:txXfrm>
    </dsp:sp>
    <dsp:sp modelId="{32C906C4-047B-40A3-9CAA-F7E65DBE3AA8}">
      <dsp:nvSpPr>
        <dsp:cNvPr id="0" name=""/>
        <dsp:cNvSpPr/>
      </dsp:nvSpPr>
      <dsp:spPr>
        <a:xfrm>
          <a:off x="6025102" y="767302"/>
          <a:ext cx="4603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C88EB-1A4C-40B8-B983-34031CD52E9E}">
      <dsp:nvSpPr>
        <dsp:cNvPr id="0" name=""/>
        <dsp:cNvSpPr/>
      </dsp:nvSpPr>
      <dsp:spPr>
        <a:xfrm rot="5400000">
          <a:off x="3875274" y="920916"/>
          <a:ext cx="2303134" cy="199345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2ACC0-F6C9-4E21-A56F-CD38471C5094}">
      <dsp:nvSpPr>
        <dsp:cNvPr id="0" name=""/>
        <dsp:cNvSpPr/>
      </dsp:nvSpPr>
      <dsp:spPr>
        <a:xfrm>
          <a:off x="2112565" y="1258093"/>
          <a:ext cx="3774281" cy="377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22237-6A08-4805-8333-13A4BDF0092F}">
      <dsp:nvSpPr>
        <dsp:cNvPr id="0" name=""/>
        <dsp:cNvSpPr/>
      </dsp:nvSpPr>
      <dsp:spPr>
        <a:xfrm>
          <a:off x="6515893" y="0"/>
          <a:ext cx="1887140" cy="157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Use: Contains all the content of the HTML document that is displayed on the webpage.</a:t>
          </a:r>
          <a:endParaRPr lang="en-US" sz="1900" kern="1200" dirty="0"/>
        </a:p>
      </dsp:txBody>
      <dsp:txXfrm>
        <a:off x="6515893" y="0"/>
        <a:ext cx="1887140" cy="1572617"/>
      </dsp:txXfrm>
    </dsp:sp>
    <dsp:sp modelId="{57920D28-774C-4BC1-BA83-E15ABF18BFFD}">
      <dsp:nvSpPr>
        <dsp:cNvPr id="0" name=""/>
        <dsp:cNvSpPr/>
      </dsp:nvSpPr>
      <dsp:spPr>
        <a:xfrm>
          <a:off x="6044108" y="786308"/>
          <a:ext cx="471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F5CDB-C3BB-4C9A-8627-9C419390F746}">
      <dsp:nvSpPr>
        <dsp:cNvPr id="0" name=""/>
        <dsp:cNvSpPr/>
      </dsp:nvSpPr>
      <dsp:spPr>
        <a:xfrm rot="5400000">
          <a:off x="3841029" y="943727"/>
          <a:ext cx="2360183" cy="204282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30BD3-51A1-4B3A-B301-18C80F4E66F2}">
      <dsp:nvSpPr>
        <dsp:cNvPr id="0" name=""/>
        <dsp:cNvSpPr/>
      </dsp:nvSpPr>
      <dsp:spPr>
        <a:xfrm>
          <a:off x="2741860" y="248"/>
          <a:ext cx="5031878" cy="50318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Use: Define headings, with &lt;h1&gt; being the most important (main title) and (h6) being the least important.</a:t>
          </a:r>
          <a:endParaRPr lang="en-US" sz="3700" kern="1200" dirty="0"/>
        </a:p>
      </dsp:txBody>
      <dsp:txXfrm>
        <a:off x="3478761" y="737149"/>
        <a:ext cx="3558076" cy="35580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4DEFA-C8A6-4719-928D-B76659B233C6}">
      <dsp:nvSpPr>
        <dsp:cNvPr id="0" name=""/>
        <dsp:cNvSpPr/>
      </dsp:nvSpPr>
      <dsp:spPr>
        <a:xfrm>
          <a:off x="2112565" y="1258093"/>
          <a:ext cx="3774281" cy="377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8C536-6351-4E8F-BF49-6DEEFC00BA89}">
      <dsp:nvSpPr>
        <dsp:cNvPr id="0" name=""/>
        <dsp:cNvSpPr/>
      </dsp:nvSpPr>
      <dsp:spPr>
        <a:xfrm>
          <a:off x="6515893" y="0"/>
          <a:ext cx="1887140" cy="157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Use: Defines a paragraph to text.</a:t>
          </a:r>
          <a:endParaRPr lang="en-US" sz="2800" kern="1200"/>
        </a:p>
      </dsp:txBody>
      <dsp:txXfrm>
        <a:off x="6515893" y="0"/>
        <a:ext cx="1887140" cy="1572617"/>
      </dsp:txXfrm>
    </dsp:sp>
    <dsp:sp modelId="{AD557200-B44F-4D7B-9E6E-1C138FA1B71E}">
      <dsp:nvSpPr>
        <dsp:cNvPr id="0" name=""/>
        <dsp:cNvSpPr/>
      </dsp:nvSpPr>
      <dsp:spPr>
        <a:xfrm>
          <a:off x="6044108" y="786308"/>
          <a:ext cx="471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48D70-CA7D-4AA7-B8C2-7477BA25EE36}">
      <dsp:nvSpPr>
        <dsp:cNvPr id="0" name=""/>
        <dsp:cNvSpPr/>
      </dsp:nvSpPr>
      <dsp:spPr>
        <a:xfrm rot="5400000">
          <a:off x="3841029" y="943727"/>
          <a:ext cx="2360183" cy="204282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F3B78-9FC8-4FB6-821B-760CC167F163}">
      <dsp:nvSpPr>
        <dsp:cNvPr id="0" name=""/>
        <dsp:cNvSpPr/>
      </dsp:nvSpPr>
      <dsp:spPr>
        <a:xfrm>
          <a:off x="2112565" y="1258093"/>
          <a:ext cx="3774281" cy="377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028E1-6EE7-452F-9ECD-F8ED70AC2041}">
      <dsp:nvSpPr>
        <dsp:cNvPr id="0" name=""/>
        <dsp:cNvSpPr/>
      </dsp:nvSpPr>
      <dsp:spPr>
        <a:xfrm>
          <a:off x="6515893" y="0"/>
          <a:ext cx="1887140" cy="157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27940" bIns="2794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/>
            <a:t>Use: Creates a hyperlink to another webpage or resource.</a:t>
          </a:r>
          <a:endParaRPr lang="en-US" sz="2200" kern="1200"/>
        </a:p>
      </dsp:txBody>
      <dsp:txXfrm>
        <a:off x="6515893" y="0"/>
        <a:ext cx="1887140" cy="1572617"/>
      </dsp:txXfrm>
    </dsp:sp>
    <dsp:sp modelId="{5E4A8814-BC0C-402D-A4A4-6F405EC2F0C8}">
      <dsp:nvSpPr>
        <dsp:cNvPr id="0" name=""/>
        <dsp:cNvSpPr/>
      </dsp:nvSpPr>
      <dsp:spPr>
        <a:xfrm>
          <a:off x="6044108" y="786308"/>
          <a:ext cx="471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E63F2-55B4-4AAA-B2FF-6CDCA51A5961}">
      <dsp:nvSpPr>
        <dsp:cNvPr id="0" name=""/>
        <dsp:cNvSpPr/>
      </dsp:nvSpPr>
      <dsp:spPr>
        <a:xfrm rot="5400000">
          <a:off x="3841029" y="943727"/>
          <a:ext cx="2360183" cy="204282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CCC74-0C8C-46E0-B372-CD9E978A8C0D}">
      <dsp:nvSpPr>
        <dsp:cNvPr id="0" name=""/>
        <dsp:cNvSpPr/>
      </dsp:nvSpPr>
      <dsp:spPr>
        <a:xfrm>
          <a:off x="2112565" y="1258093"/>
          <a:ext cx="3774281" cy="377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88853-EB80-43D9-87CA-FFBAE0E31ACD}">
      <dsp:nvSpPr>
        <dsp:cNvPr id="0" name=""/>
        <dsp:cNvSpPr/>
      </dsp:nvSpPr>
      <dsp:spPr>
        <a:xfrm>
          <a:off x="6515893" y="0"/>
          <a:ext cx="1887140" cy="157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33020" rIns="33020" bIns="3302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smtClean="0"/>
            <a:t>Use: Embeds an image in the document.</a:t>
          </a:r>
          <a:endParaRPr lang="en-US" sz="2600" kern="1200"/>
        </a:p>
      </dsp:txBody>
      <dsp:txXfrm>
        <a:off x="6515893" y="0"/>
        <a:ext cx="1887140" cy="1572617"/>
      </dsp:txXfrm>
    </dsp:sp>
    <dsp:sp modelId="{E8129805-446B-49FF-8B50-88687CE1334E}">
      <dsp:nvSpPr>
        <dsp:cNvPr id="0" name=""/>
        <dsp:cNvSpPr/>
      </dsp:nvSpPr>
      <dsp:spPr>
        <a:xfrm>
          <a:off x="6044108" y="786308"/>
          <a:ext cx="471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B26C0-602C-42DB-BC2A-5B621A8E83AD}">
      <dsp:nvSpPr>
        <dsp:cNvPr id="0" name=""/>
        <dsp:cNvSpPr/>
      </dsp:nvSpPr>
      <dsp:spPr>
        <a:xfrm rot="5400000">
          <a:off x="3841029" y="943727"/>
          <a:ext cx="2360183" cy="204282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D9AE2-B810-4B51-BA1F-43BC5AA74602}">
      <dsp:nvSpPr>
        <dsp:cNvPr id="0" name=""/>
        <dsp:cNvSpPr/>
      </dsp:nvSpPr>
      <dsp:spPr>
        <a:xfrm>
          <a:off x="2112565" y="1258093"/>
          <a:ext cx="3774281" cy="377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064A3-A01F-4DC5-B9CD-E814C0D5DBAB}">
      <dsp:nvSpPr>
        <dsp:cNvPr id="0" name=""/>
        <dsp:cNvSpPr/>
      </dsp:nvSpPr>
      <dsp:spPr>
        <a:xfrm>
          <a:off x="6515893" y="0"/>
          <a:ext cx="1887140" cy="157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Use: Creates an unordered list (bulleted list ) of items.</a:t>
          </a:r>
          <a:endParaRPr lang="en-US" sz="2400" kern="1200"/>
        </a:p>
      </dsp:txBody>
      <dsp:txXfrm>
        <a:off x="6515893" y="0"/>
        <a:ext cx="1887140" cy="1572617"/>
      </dsp:txXfrm>
    </dsp:sp>
    <dsp:sp modelId="{BB4739FB-0EA1-4927-8629-247CE1E47421}">
      <dsp:nvSpPr>
        <dsp:cNvPr id="0" name=""/>
        <dsp:cNvSpPr/>
      </dsp:nvSpPr>
      <dsp:spPr>
        <a:xfrm>
          <a:off x="6044108" y="786308"/>
          <a:ext cx="471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AEB06-6852-4082-8E41-91194DDBA705}">
      <dsp:nvSpPr>
        <dsp:cNvPr id="0" name=""/>
        <dsp:cNvSpPr/>
      </dsp:nvSpPr>
      <dsp:spPr>
        <a:xfrm rot="5400000">
          <a:off x="3841029" y="943727"/>
          <a:ext cx="2360183" cy="204282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B338B-12CA-4CE1-B362-2D23B4750C65}">
      <dsp:nvSpPr>
        <dsp:cNvPr id="0" name=""/>
        <dsp:cNvSpPr/>
      </dsp:nvSpPr>
      <dsp:spPr>
        <a:xfrm>
          <a:off x="2264616" y="1197273"/>
          <a:ext cx="3591820" cy="35918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FC655-DD0E-4F86-AE49-CBB8FA797AEB}">
      <dsp:nvSpPr>
        <dsp:cNvPr id="0" name=""/>
        <dsp:cNvSpPr/>
      </dsp:nvSpPr>
      <dsp:spPr>
        <a:xfrm>
          <a:off x="6455073" y="0"/>
          <a:ext cx="1795910" cy="1496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26670" bIns="2667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/>
            <a:t>Use: Creates an ordered list (numbered list) of items.</a:t>
          </a:r>
          <a:endParaRPr lang="en-US" sz="2100" kern="1200"/>
        </a:p>
      </dsp:txBody>
      <dsp:txXfrm>
        <a:off x="6455073" y="0"/>
        <a:ext cx="1795910" cy="1496591"/>
      </dsp:txXfrm>
    </dsp:sp>
    <dsp:sp modelId="{6669D931-8F26-4BA6-B8B7-72824FDF3617}">
      <dsp:nvSpPr>
        <dsp:cNvPr id="0" name=""/>
        <dsp:cNvSpPr/>
      </dsp:nvSpPr>
      <dsp:spPr>
        <a:xfrm>
          <a:off x="6006095" y="748295"/>
          <a:ext cx="4489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2E6B2-1C05-4D30-9AC1-6DFF4B5FB9C0}">
      <dsp:nvSpPr>
        <dsp:cNvPr id="0" name=""/>
        <dsp:cNvSpPr/>
      </dsp:nvSpPr>
      <dsp:spPr>
        <a:xfrm rot="5400000">
          <a:off x="3909520" y="898104"/>
          <a:ext cx="2246085" cy="194407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7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1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2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4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6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8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0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2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1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6478531-9289-4FD4-9D52-C9E0E4B4234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4F8FC81-45D8-4606-AEAB-1E75D36FD1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913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1688" y="293615"/>
            <a:ext cx="8255461" cy="1535185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Introduction to html tags and their use cases.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493665832"/>
              </p:ext>
            </p:extLst>
          </p:nvPr>
        </p:nvGraphicFramePr>
        <p:xfrm>
          <a:off x="1524000" y="1883802"/>
          <a:ext cx="9144000" cy="3373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776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Open:&lt;html&gt;, Close:&lt;/html&gt;.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671318"/>
              </p:ext>
            </p:extLst>
          </p:nvPr>
        </p:nvGraphicFramePr>
        <p:xfrm>
          <a:off x="411060" y="2441197"/>
          <a:ext cx="10771465" cy="4320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62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746" y="676989"/>
            <a:ext cx="11029616" cy="1013800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Open:&lt;head&gt;, Close:&lt;/head&gt;.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48734"/>
              </p:ext>
            </p:extLst>
          </p:nvPr>
        </p:nvGraphicFramePr>
        <p:xfrm>
          <a:off x="838200" y="1825624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62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 &lt;title&gt;, Close:&lt;/title&gt;.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825227"/>
              </p:ext>
            </p:extLst>
          </p:nvPr>
        </p:nvGraphicFramePr>
        <p:xfrm>
          <a:off x="838200" y="1825624"/>
          <a:ext cx="10515600" cy="491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862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Open:&lt;body&gt;, close:&lt;/body&gt;.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490850"/>
              </p:ext>
            </p:extLst>
          </p:nvPr>
        </p:nvGraphicFramePr>
        <p:xfrm>
          <a:off x="838200" y="1825625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551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Open:&lt;h1&gt; to &lt;h6&gt;, Close: &lt;/h1&gt; to&lt;/h6&gt;.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325203"/>
              </p:ext>
            </p:extLst>
          </p:nvPr>
        </p:nvGraphicFramePr>
        <p:xfrm>
          <a:off x="838200" y="1825625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78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Open:&lt;p&gt;, Close:&lt;/p&gt;.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674240"/>
              </p:ext>
            </p:extLst>
          </p:nvPr>
        </p:nvGraphicFramePr>
        <p:xfrm>
          <a:off x="838200" y="1825624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822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Open:&lt;a href =“URL”&gt;, Close:&lt;/a&gt;.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641327"/>
              </p:ext>
            </p:extLst>
          </p:nvPr>
        </p:nvGraphicFramePr>
        <p:xfrm>
          <a:off x="838200" y="1825625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18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Open:&lt;img src =“image.jpg” </a:t>
            </a:r>
            <a:r>
              <a:rPr lang="en-US" sz="3200" dirty="0" smtClean="0"/>
              <a:t>alt</a:t>
            </a:r>
            <a:r>
              <a:rPr lang="en-US" dirty="0" smtClean="0"/>
              <a:t>=“Description”&gt;, Close</a:t>
            </a:r>
            <a:r>
              <a:rPr lang="en-US" dirty="0" smtClean="0">
                <a:sym typeface="Wingdings" panose="05000000000000000000" pitchFamily="2" charset="2"/>
              </a:rPr>
              <a:t>:(self closing).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682822"/>
              </p:ext>
            </p:extLst>
          </p:nvPr>
        </p:nvGraphicFramePr>
        <p:xfrm>
          <a:off x="838200" y="1825624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129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</a:t>
            </a:r>
            <a:r>
              <a:rPr lang="en-US" dirty="0" err="1" smtClean="0"/>
              <a:t>ul</a:t>
            </a:r>
            <a:r>
              <a:rPr lang="en-US" dirty="0" smtClean="0"/>
              <a:t>&gt;, Close:&lt;/</a:t>
            </a:r>
            <a:r>
              <a:rPr lang="en-US" dirty="0" err="1" smtClean="0"/>
              <a:t>ul</a:t>
            </a:r>
            <a:r>
              <a:rPr lang="en-US" dirty="0" smtClean="0"/>
              <a:t>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813410"/>
              </p:ext>
            </p:extLst>
          </p:nvPr>
        </p:nvGraphicFramePr>
        <p:xfrm>
          <a:off x="838200" y="1825624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572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Open:&lt;</a:t>
            </a:r>
            <a:r>
              <a:rPr lang="en-US" dirty="0" err="1" smtClean="0"/>
              <a:t>ol</a:t>
            </a:r>
            <a:r>
              <a:rPr lang="en-US" dirty="0" smtClean="0"/>
              <a:t>&gt;, </a:t>
            </a:r>
            <a:r>
              <a:rPr lang="en-US" sz="3200" dirty="0" smtClean="0"/>
              <a:t>Close</a:t>
            </a:r>
            <a:r>
              <a:rPr lang="en-US" dirty="0" smtClean="0"/>
              <a:t>:&lt;/</a:t>
            </a:r>
            <a:r>
              <a:rPr lang="en-US" dirty="0" err="1" smtClean="0"/>
              <a:t>ol</a:t>
            </a:r>
            <a:r>
              <a:rPr lang="en-US" dirty="0" smtClean="0"/>
              <a:t>&gt;.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079022"/>
              </p:ext>
            </p:extLst>
          </p:nvPr>
        </p:nvGraphicFramePr>
        <p:xfrm>
          <a:off x="636864" y="2068906"/>
          <a:ext cx="10515600" cy="4789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3462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172"/>
            <a:ext cx="10515600" cy="332071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In conclusion, learning HTML tags is important for building websites. These tags help organize content, create links and show images. Knowing them well makes websites better for users.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9331126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143</TotalTime>
  <Words>360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Gill Sans MT</vt:lpstr>
      <vt:lpstr>Wingdings</vt:lpstr>
      <vt:lpstr>Wingdings 2</vt:lpstr>
      <vt:lpstr>Dividend</vt:lpstr>
      <vt:lpstr>Introduction to html tags and their use cases.</vt:lpstr>
      <vt:lpstr>Open:&lt;html&gt;, Close:&lt;/html&gt;.</vt:lpstr>
      <vt:lpstr>Open:&lt;head&gt;, Close:&lt;/head&gt;.</vt:lpstr>
      <vt:lpstr>Open: &lt;title&gt;, Close:&lt;/title&gt;.</vt:lpstr>
      <vt:lpstr>Open:&lt;body&gt;, close:&lt;/body&gt;.</vt:lpstr>
      <vt:lpstr>Open:&lt;h1&gt; to &lt;h6&gt;, Close: &lt;/h1&gt; to&lt;/h6&gt;.</vt:lpstr>
      <vt:lpstr>Open:&lt;p&gt;, Close:&lt;/p&gt;.</vt:lpstr>
      <vt:lpstr>Open:&lt;a href =“URL”&gt;, Close:&lt;/a&gt;.</vt:lpstr>
      <vt:lpstr>Open:&lt;img src =“image.jpg” alt=“Description”&gt;, Close:(self closing).</vt:lpstr>
      <vt:lpstr>Open:&lt;ul&gt;, Close:&lt;/ul&gt;.</vt:lpstr>
      <vt:lpstr>Open:&lt;ol&gt;, Close:&lt;/ol&gt;.</vt:lpstr>
      <vt:lpstr>In conclusion, learning HTML tags is important for building websites. These tags help organize content, create links and show images. Knowing them well makes websites better for users.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htlm task and their use cases.</dc:title>
  <dc:creator>Gurl Titi❤️</dc:creator>
  <cp:lastModifiedBy>Gurl Titi❤️</cp:lastModifiedBy>
  <cp:revision>13</cp:revision>
  <dcterms:created xsi:type="dcterms:W3CDTF">2026-03-01T20:29:34Z</dcterms:created>
  <dcterms:modified xsi:type="dcterms:W3CDTF">2026-03-04T22:46:10Z</dcterms:modified>
</cp:coreProperties>
</file>