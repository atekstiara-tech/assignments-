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91" d="100"/>
          <a:sy n="91" d="100"/>
        </p:scale>
        <p:origin x="56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5B6043-A732-4532-8C9B-FC93FBC6A8F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DA7C42-0A87-4851-926E-59D9025EEF12}">
      <dgm:prSet/>
      <dgm:spPr/>
      <dgm:t>
        <a:bodyPr/>
        <a:lstStyle/>
        <a:p>
          <a:pPr rtl="0"/>
          <a:r>
            <a:rPr lang="en-US" smtClean="0"/>
            <a:t>These codes indicate that the request has been received and is being processed.</a:t>
          </a:r>
          <a:endParaRPr lang="en-US"/>
        </a:p>
      </dgm:t>
    </dgm:pt>
    <dgm:pt modelId="{1EFBB8A2-911F-41D6-8EFA-7D2BCD36E203}" type="parTrans" cxnId="{834CD3FA-144A-4091-9491-8D351A5B5FA1}">
      <dgm:prSet/>
      <dgm:spPr/>
      <dgm:t>
        <a:bodyPr/>
        <a:lstStyle/>
        <a:p>
          <a:endParaRPr lang="en-US"/>
        </a:p>
      </dgm:t>
    </dgm:pt>
    <dgm:pt modelId="{7D2F4E03-B172-46B0-993D-D5CB29FE7F88}" type="sibTrans" cxnId="{834CD3FA-144A-4091-9491-8D351A5B5FA1}">
      <dgm:prSet/>
      <dgm:spPr/>
      <dgm:t>
        <a:bodyPr/>
        <a:lstStyle/>
        <a:p>
          <a:endParaRPr lang="en-US"/>
        </a:p>
      </dgm:t>
    </dgm:pt>
    <dgm:pt modelId="{DCB8238F-55FA-4E9C-B00C-BC39C3A5CDF8}">
      <dgm:prSet/>
      <dgm:spPr/>
      <dgm:t>
        <a:bodyPr/>
        <a:lstStyle/>
        <a:p>
          <a:pPr rtl="0"/>
          <a:r>
            <a:rPr lang="en-US" smtClean="0"/>
            <a:t>100 Continue: The initial part of a request has been received, and the client can continue.. 101 Switching Protocols: The server is switching protocols as requested by the client.</a:t>
          </a:r>
          <a:endParaRPr lang="en-US"/>
        </a:p>
      </dgm:t>
    </dgm:pt>
    <dgm:pt modelId="{3650770E-F5B7-419C-9350-510A1A967D89}" type="parTrans" cxnId="{21372297-CA2D-46C1-8A62-DC15B64EF79E}">
      <dgm:prSet/>
      <dgm:spPr/>
      <dgm:t>
        <a:bodyPr/>
        <a:lstStyle/>
        <a:p>
          <a:endParaRPr lang="en-US"/>
        </a:p>
      </dgm:t>
    </dgm:pt>
    <dgm:pt modelId="{64FFDD8E-99A2-4A0B-BF68-35BD22D42409}" type="sibTrans" cxnId="{21372297-CA2D-46C1-8A62-DC15B64EF79E}">
      <dgm:prSet/>
      <dgm:spPr/>
      <dgm:t>
        <a:bodyPr/>
        <a:lstStyle/>
        <a:p>
          <a:endParaRPr lang="en-US"/>
        </a:p>
      </dgm:t>
    </dgm:pt>
    <dgm:pt modelId="{06502264-0898-4D65-8C4F-AEEA2D861967}" type="pres">
      <dgm:prSet presAssocID="{A05B6043-A732-4532-8C9B-FC93FBC6A8FC}" presName="Name0" presStyleCnt="0">
        <dgm:presLayoutVars>
          <dgm:dir/>
          <dgm:animLvl val="lvl"/>
          <dgm:resizeHandles val="exact"/>
        </dgm:presLayoutVars>
      </dgm:prSet>
      <dgm:spPr/>
    </dgm:pt>
    <dgm:pt modelId="{83BCDEC0-C184-4AC9-841A-00B2E137E350}" type="pres">
      <dgm:prSet presAssocID="{08DA7C42-0A87-4851-926E-59D9025EEF12}" presName="composite" presStyleCnt="0"/>
      <dgm:spPr/>
    </dgm:pt>
    <dgm:pt modelId="{81DDC8F7-8A43-4947-B4EC-C79E7D5D54BC}" type="pres">
      <dgm:prSet presAssocID="{08DA7C42-0A87-4851-926E-59D9025EEF1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3CBDF9E-2B17-4DCF-8E6F-29FBD96D5331}" type="pres">
      <dgm:prSet presAssocID="{08DA7C42-0A87-4851-926E-59D9025EEF12}" presName="desTx" presStyleLbl="alignAccFollowNode1" presStyleIdx="0" presStyleCnt="2">
        <dgm:presLayoutVars>
          <dgm:bulletEnabled val="1"/>
        </dgm:presLayoutVars>
      </dgm:prSet>
      <dgm:spPr/>
    </dgm:pt>
    <dgm:pt modelId="{33C8830C-ADE1-4F8E-B719-20F964473DB1}" type="pres">
      <dgm:prSet presAssocID="{7D2F4E03-B172-46B0-993D-D5CB29FE7F88}" presName="space" presStyleCnt="0"/>
      <dgm:spPr/>
    </dgm:pt>
    <dgm:pt modelId="{D18D4C7B-E7F9-40CD-9101-32C97950624D}" type="pres">
      <dgm:prSet presAssocID="{DCB8238F-55FA-4E9C-B00C-BC39C3A5CDF8}" presName="composite" presStyleCnt="0"/>
      <dgm:spPr/>
    </dgm:pt>
    <dgm:pt modelId="{6D5BEDC2-352D-44A4-BC60-F36FD56DB978}" type="pres">
      <dgm:prSet presAssocID="{DCB8238F-55FA-4E9C-B00C-BC39C3A5CDF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D5C7D3D-5916-4518-A43E-694889E865C0}" type="pres">
      <dgm:prSet presAssocID="{DCB8238F-55FA-4E9C-B00C-BC39C3A5CDF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A1E93DA-79FA-479B-B357-A07BC5AF2C2B}" type="presOf" srcId="{DCB8238F-55FA-4E9C-B00C-BC39C3A5CDF8}" destId="{6D5BEDC2-352D-44A4-BC60-F36FD56DB978}" srcOrd="0" destOrd="0" presId="urn:microsoft.com/office/officeart/2005/8/layout/hList1"/>
    <dgm:cxn modelId="{21372297-CA2D-46C1-8A62-DC15B64EF79E}" srcId="{A05B6043-A732-4532-8C9B-FC93FBC6A8FC}" destId="{DCB8238F-55FA-4E9C-B00C-BC39C3A5CDF8}" srcOrd="1" destOrd="0" parTransId="{3650770E-F5B7-419C-9350-510A1A967D89}" sibTransId="{64FFDD8E-99A2-4A0B-BF68-35BD22D42409}"/>
    <dgm:cxn modelId="{06529A47-9E50-4C73-BF6D-B3D5DEA53DA6}" type="presOf" srcId="{A05B6043-A732-4532-8C9B-FC93FBC6A8FC}" destId="{06502264-0898-4D65-8C4F-AEEA2D861967}" srcOrd="0" destOrd="0" presId="urn:microsoft.com/office/officeart/2005/8/layout/hList1"/>
    <dgm:cxn modelId="{143D9B20-5995-4E31-9656-D5111A462FC0}" type="presOf" srcId="{08DA7C42-0A87-4851-926E-59D9025EEF12}" destId="{81DDC8F7-8A43-4947-B4EC-C79E7D5D54BC}" srcOrd="0" destOrd="0" presId="urn:microsoft.com/office/officeart/2005/8/layout/hList1"/>
    <dgm:cxn modelId="{834CD3FA-144A-4091-9491-8D351A5B5FA1}" srcId="{A05B6043-A732-4532-8C9B-FC93FBC6A8FC}" destId="{08DA7C42-0A87-4851-926E-59D9025EEF12}" srcOrd="0" destOrd="0" parTransId="{1EFBB8A2-911F-41D6-8EFA-7D2BCD36E203}" sibTransId="{7D2F4E03-B172-46B0-993D-D5CB29FE7F88}"/>
    <dgm:cxn modelId="{286588F7-F63F-43FA-B79A-521D09B9E619}" type="presParOf" srcId="{06502264-0898-4D65-8C4F-AEEA2D861967}" destId="{83BCDEC0-C184-4AC9-841A-00B2E137E350}" srcOrd="0" destOrd="0" presId="urn:microsoft.com/office/officeart/2005/8/layout/hList1"/>
    <dgm:cxn modelId="{96BE1EDB-472F-49F0-B3B7-B4741AF266D8}" type="presParOf" srcId="{83BCDEC0-C184-4AC9-841A-00B2E137E350}" destId="{81DDC8F7-8A43-4947-B4EC-C79E7D5D54BC}" srcOrd="0" destOrd="0" presId="urn:microsoft.com/office/officeart/2005/8/layout/hList1"/>
    <dgm:cxn modelId="{DBCB2E14-284F-4B1C-9425-3EEEFFB8593D}" type="presParOf" srcId="{83BCDEC0-C184-4AC9-841A-00B2E137E350}" destId="{A3CBDF9E-2B17-4DCF-8E6F-29FBD96D5331}" srcOrd="1" destOrd="0" presId="urn:microsoft.com/office/officeart/2005/8/layout/hList1"/>
    <dgm:cxn modelId="{523B9ADB-4B5D-42B7-8D83-FBBEFFE94BA0}" type="presParOf" srcId="{06502264-0898-4D65-8C4F-AEEA2D861967}" destId="{33C8830C-ADE1-4F8E-B719-20F964473DB1}" srcOrd="1" destOrd="0" presId="urn:microsoft.com/office/officeart/2005/8/layout/hList1"/>
    <dgm:cxn modelId="{A8557625-8785-4A1B-ADED-47D1BC55C858}" type="presParOf" srcId="{06502264-0898-4D65-8C4F-AEEA2D861967}" destId="{D18D4C7B-E7F9-40CD-9101-32C97950624D}" srcOrd="2" destOrd="0" presId="urn:microsoft.com/office/officeart/2005/8/layout/hList1"/>
    <dgm:cxn modelId="{22DD77AA-45E8-4970-A021-9A16FB060925}" type="presParOf" srcId="{D18D4C7B-E7F9-40CD-9101-32C97950624D}" destId="{6D5BEDC2-352D-44A4-BC60-F36FD56DB978}" srcOrd="0" destOrd="0" presId="urn:microsoft.com/office/officeart/2005/8/layout/hList1"/>
    <dgm:cxn modelId="{721FE72D-4B03-47C1-BBC4-FBC8485497B2}" type="presParOf" srcId="{D18D4C7B-E7F9-40CD-9101-32C97950624D}" destId="{4D5C7D3D-5916-4518-A43E-694889E865C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EFE14C-BDEC-4F8C-ABC3-E5821AE9337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72A56F-C5AC-4728-8B57-1D1647A8ABD6}">
      <dgm:prSet/>
      <dgm:spPr/>
      <dgm:t>
        <a:bodyPr/>
        <a:lstStyle/>
        <a:p>
          <a:pPr rtl="0"/>
          <a:r>
            <a:rPr lang="en-US" smtClean="0"/>
            <a:t>These codes indicate that the request was successfully received, understood, and accepted.</a:t>
          </a:r>
          <a:endParaRPr lang="en-US"/>
        </a:p>
      </dgm:t>
    </dgm:pt>
    <dgm:pt modelId="{18068AE1-B476-4BAB-9032-DE8E9B8300E9}" type="parTrans" cxnId="{2E9139DA-0BAB-4B25-8ECD-6FE113452F25}">
      <dgm:prSet/>
      <dgm:spPr/>
      <dgm:t>
        <a:bodyPr/>
        <a:lstStyle/>
        <a:p>
          <a:endParaRPr lang="en-US"/>
        </a:p>
      </dgm:t>
    </dgm:pt>
    <dgm:pt modelId="{1D7B5C49-A0FD-4E82-A2A2-BF495C8FBD36}" type="sibTrans" cxnId="{2E9139DA-0BAB-4B25-8ECD-6FE113452F25}">
      <dgm:prSet/>
      <dgm:spPr/>
      <dgm:t>
        <a:bodyPr/>
        <a:lstStyle/>
        <a:p>
          <a:endParaRPr lang="en-US"/>
        </a:p>
      </dgm:t>
    </dgm:pt>
    <dgm:pt modelId="{627E2279-9319-40DC-95C5-0A8FA4363BB8}">
      <dgm:prSet/>
      <dgm:spPr/>
      <dgm:t>
        <a:bodyPr/>
        <a:lstStyle/>
        <a:p>
          <a:pPr rtl="0"/>
          <a:r>
            <a:rPr lang="en-US" smtClean="0"/>
            <a:t>200 OK: The request was successful, and the server returned the requested data.</a:t>
          </a:r>
          <a:endParaRPr lang="en-US"/>
        </a:p>
      </dgm:t>
    </dgm:pt>
    <dgm:pt modelId="{CB0A7C09-B510-4E82-8DC0-D81676160184}" type="parTrans" cxnId="{6FA170F4-7C60-4201-B385-69E62031D017}">
      <dgm:prSet/>
      <dgm:spPr/>
      <dgm:t>
        <a:bodyPr/>
        <a:lstStyle/>
        <a:p>
          <a:endParaRPr lang="en-US"/>
        </a:p>
      </dgm:t>
    </dgm:pt>
    <dgm:pt modelId="{05B3BE4D-768D-492E-BF61-4294C9DE5B4C}" type="sibTrans" cxnId="{6FA170F4-7C60-4201-B385-69E62031D017}">
      <dgm:prSet/>
      <dgm:spPr/>
      <dgm:t>
        <a:bodyPr/>
        <a:lstStyle/>
        <a:p>
          <a:endParaRPr lang="en-US"/>
        </a:p>
      </dgm:t>
    </dgm:pt>
    <dgm:pt modelId="{F42D3898-07A2-4369-A176-1DBB7D418113}">
      <dgm:prSet/>
      <dgm:spPr/>
      <dgm:t>
        <a:bodyPr/>
        <a:lstStyle/>
        <a:p>
          <a:pPr rtl="0"/>
          <a:r>
            <a:rPr lang="en-US" smtClean="0"/>
            <a:t>201 Created: The request was successful, and a new resource has been created.- 204 No Content: The request was successful, but there is no content to send back.</a:t>
          </a:r>
          <a:endParaRPr lang="en-US"/>
        </a:p>
      </dgm:t>
    </dgm:pt>
    <dgm:pt modelId="{8983E8BC-BABD-4E66-B624-C2DA1634657A}" type="parTrans" cxnId="{40CC219F-7482-4A6B-B400-D13BE3D4555A}">
      <dgm:prSet/>
      <dgm:spPr/>
      <dgm:t>
        <a:bodyPr/>
        <a:lstStyle/>
        <a:p>
          <a:endParaRPr lang="en-US"/>
        </a:p>
      </dgm:t>
    </dgm:pt>
    <dgm:pt modelId="{94FC15D7-2408-479F-9847-A7F87CDE33E2}" type="sibTrans" cxnId="{40CC219F-7482-4A6B-B400-D13BE3D4555A}">
      <dgm:prSet/>
      <dgm:spPr/>
      <dgm:t>
        <a:bodyPr/>
        <a:lstStyle/>
        <a:p>
          <a:endParaRPr lang="en-US"/>
        </a:p>
      </dgm:t>
    </dgm:pt>
    <dgm:pt modelId="{91A0BAF2-6C48-4F5B-B1CA-34EE1F63B24C}" type="pres">
      <dgm:prSet presAssocID="{15EFE14C-BDEC-4F8C-ABC3-E5821AE9337C}" presName="Name0" presStyleCnt="0">
        <dgm:presLayoutVars>
          <dgm:dir/>
          <dgm:animLvl val="lvl"/>
          <dgm:resizeHandles val="exact"/>
        </dgm:presLayoutVars>
      </dgm:prSet>
      <dgm:spPr/>
    </dgm:pt>
    <dgm:pt modelId="{F7E531A2-D293-4410-9C74-5D03E8250030}" type="pres">
      <dgm:prSet presAssocID="{0272A56F-C5AC-4728-8B57-1D1647A8ABD6}" presName="composite" presStyleCnt="0"/>
      <dgm:spPr/>
    </dgm:pt>
    <dgm:pt modelId="{99C50305-0B34-4B61-8E7B-C3A878AA3303}" type="pres">
      <dgm:prSet presAssocID="{0272A56F-C5AC-4728-8B57-1D1647A8ABD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2789BAF-E651-42EB-9F86-694D6C119B4F}" type="pres">
      <dgm:prSet presAssocID="{0272A56F-C5AC-4728-8B57-1D1647A8ABD6}" presName="desTx" presStyleLbl="alignAccFollowNode1" presStyleIdx="0" presStyleCnt="3">
        <dgm:presLayoutVars>
          <dgm:bulletEnabled val="1"/>
        </dgm:presLayoutVars>
      </dgm:prSet>
      <dgm:spPr/>
    </dgm:pt>
    <dgm:pt modelId="{8EAF98B1-C7AD-4466-B6AF-75D4E5615222}" type="pres">
      <dgm:prSet presAssocID="{1D7B5C49-A0FD-4E82-A2A2-BF495C8FBD36}" presName="space" presStyleCnt="0"/>
      <dgm:spPr/>
    </dgm:pt>
    <dgm:pt modelId="{43F8EFBF-81E4-4664-94A6-0F66529F7E3A}" type="pres">
      <dgm:prSet presAssocID="{627E2279-9319-40DC-95C5-0A8FA4363BB8}" presName="composite" presStyleCnt="0"/>
      <dgm:spPr/>
    </dgm:pt>
    <dgm:pt modelId="{0091F269-8FE3-429A-B3C0-E9D6FE52821F}" type="pres">
      <dgm:prSet presAssocID="{627E2279-9319-40DC-95C5-0A8FA4363BB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94ADCFE-ADC0-4D55-B085-D5136B87CD72}" type="pres">
      <dgm:prSet presAssocID="{627E2279-9319-40DC-95C5-0A8FA4363BB8}" presName="desTx" presStyleLbl="alignAccFollowNode1" presStyleIdx="1" presStyleCnt="3">
        <dgm:presLayoutVars>
          <dgm:bulletEnabled val="1"/>
        </dgm:presLayoutVars>
      </dgm:prSet>
      <dgm:spPr/>
    </dgm:pt>
    <dgm:pt modelId="{A0B6522F-2570-4580-9C4B-BFFE7C46FDBA}" type="pres">
      <dgm:prSet presAssocID="{05B3BE4D-768D-492E-BF61-4294C9DE5B4C}" presName="space" presStyleCnt="0"/>
      <dgm:spPr/>
    </dgm:pt>
    <dgm:pt modelId="{A3396E9F-A938-4204-863A-70F3721191F1}" type="pres">
      <dgm:prSet presAssocID="{F42D3898-07A2-4369-A176-1DBB7D418113}" presName="composite" presStyleCnt="0"/>
      <dgm:spPr/>
    </dgm:pt>
    <dgm:pt modelId="{C5F4F527-50DE-4675-8C90-E5ECD2C059B9}" type="pres">
      <dgm:prSet presAssocID="{F42D3898-07A2-4369-A176-1DBB7D41811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FCBD145-AB55-46AF-AB01-3FE161E2A9BA}" type="pres">
      <dgm:prSet presAssocID="{F42D3898-07A2-4369-A176-1DBB7D41811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88E1B4D-F2E1-43B4-B930-0F25AD5396B2}" type="presOf" srcId="{627E2279-9319-40DC-95C5-0A8FA4363BB8}" destId="{0091F269-8FE3-429A-B3C0-E9D6FE52821F}" srcOrd="0" destOrd="0" presId="urn:microsoft.com/office/officeart/2005/8/layout/hList1"/>
    <dgm:cxn modelId="{2E9139DA-0BAB-4B25-8ECD-6FE113452F25}" srcId="{15EFE14C-BDEC-4F8C-ABC3-E5821AE9337C}" destId="{0272A56F-C5AC-4728-8B57-1D1647A8ABD6}" srcOrd="0" destOrd="0" parTransId="{18068AE1-B476-4BAB-9032-DE8E9B8300E9}" sibTransId="{1D7B5C49-A0FD-4E82-A2A2-BF495C8FBD36}"/>
    <dgm:cxn modelId="{6D973C6E-FA45-44D4-AB79-5AF94A867BAA}" type="presOf" srcId="{F42D3898-07A2-4369-A176-1DBB7D418113}" destId="{C5F4F527-50DE-4675-8C90-E5ECD2C059B9}" srcOrd="0" destOrd="0" presId="urn:microsoft.com/office/officeart/2005/8/layout/hList1"/>
    <dgm:cxn modelId="{6F61D95E-9110-4A6E-A57F-1B9358189BA3}" type="presOf" srcId="{15EFE14C-BDEC-4F8C-ABC3-E5821AE9337C}" destId="{91A0BAF2-6C48-4F5B-B1CA-34EE1F63B24C}" srcOrd="0" destOrd="0" presId="urn:microsoft.com/office/officeart/2005/8/layout/hList1"/>
    <dgm:cxn modelId="{DD504C3F-3590-4178-8A27-FF8BA73DD492}" type="presOf" srcId="{0272A56F-C5AC-4728-8B57-1D1647A8ABD6}" destId="{99C50305-0B34-4B61-8E7B-C3A878AA3303}" srcOrd="0" destOrd="0" presId="urn:microsoft.com/office/officeart/2005/8/layout/hList1"/>
    <dgm:cxn modelId="{6FA170F4-7C60-4201-B385-69E62031D017}" srcId="{15EFE14C-BDEC-4F8C-ABC3-E5821AE9337C}" destId="{627E2279-9319-40DC-95C5-0A8FA4363BB8}" srcOrd="1" destOrd="0" parTransId="{CB0A7C09-B510-4E82-8DC0-D81676160184}" sibTransId="{05B3BE4D-768D-492E-BF61-4294C9DE5B4C}"/>
    <dgm:cxn modelId="{40CC219F-7482-4A6B-B400-D13BE3D4555A}" srcId="{15EFE14C-BDEC-4F8C-ABC3-E5821AE9337C}" destId="{F42D3898-07A2-4369-A176-1DBB7D418113}" srcOrd="2" destOrd="0" parTransId="{8983E8BC-BABD-4E66-B624-C2DA1634657A}" sibTransId="{94FC15D7-2408-479F-9847-A7F87CDE33E2}"/>
    <dgm:cxn modelId="{A1A16CA5-1D93-45A5-938E-C628E81DE221}" type="presParOf" srcId="{91A0BAF2-6C48-4F5B-B1CA-34EE1F63B24C}" destId="{F7E531A2-D293-4410-9C74-5D03E8250030}" srcOrd="0" destOrd="0" presId="urn:microsoft.com/office/officeart/2005/8/layout/hList1"/>
    <dgm:cxn modelId="{31E575E5-5E45-4682-96EF-FC9879CDA332}" type="presParOf" srcId="{F7E531A2-D293-4410-9C74-5D03E8250030}" destId="{99C50305-0B34-4B61-8E7B-C3A878AA3303}" srcOrd="0" destOrd="0" presId="urn:microsoft.com/office/officeart/2005/8/layout/hList1"/>
    <dgm:cxn modelId="{8A6EB0B5-1572-4323-9F3C-3201283149DD}" type="presParOf" srcId="{F7E531A2-D293-4410-9C74-5D03E8250030}" destId="{F2789BAF-E651-42EB-9F86-694D6C119B4F}" srcOrd="1" destOrd="0" presId="urn:microsoft.com/office/officeart/2005/8/layout/hList1"/>
    <dgm:cxn modelId="{94F7C933-EB08-4E62-AD6F-13F49789E110}" type="presParOf" srcId="{91A0BAF2-6C48-4F5B-B1CA-34EE1F63B24C}" destId="{8EAF98B1-C7AD-4466-B6AF-75D4E5615222}" srcOrd="1" destOrd="0" presId="urn:microsoft.com/office/officeart/2005/8/layout/hList1"/>
    <dgm:cxn modelId="{D20B430A-D79B-492F-B61F-0FEDCECBE740}" type="presParOf" srcId="{91A0BAF2-6C48-4F5B-B1CA-34EE1F63B24C}" destId="{43F8EFBF-81E4-4664-94A6-0F66529F7E3A}" srcOrd="2" destOrd="0" presId="urn:microsoft.com/office/officeart/2005/8/layout/hList1"/>
    <dgm:cxn modelId="{B2EBDF57-9778-4E0C-8E28-F82C0C592997}" type="presParOf" srcId="{43F8EFBF-81E4-4664-94A6-0F66529F7E3A}" destId="{0091F269-8FE3-429A-B3C0-E9D6FE52821F}" srcOrd="0" destOrd="0" presId="urn:microsoft.com/office/officeart/2005/8/layout/hList1"/>
    <dgm:cxn modelId="{C0168607-F627-44C7-A432-9E709D0B9298}" type="presParOf" srcId="{43F8EFBF-81E4-4664-94A6-0F66529F7E3A}" destId="{394ADCFE-ADC0-4D55-B085-D5136B87CD72}" srcOrd="1" destOrd="0" presId="urn:microsoft.com/office/officeart/2005/8/layout/hList1"/>
    <dgm:cxn modelId="{EAFDA743-D291-4F4C-AA6A-506C6CCDBC3A}" type="presParOf" srcId="{91A0BAF2-6C48-4F5B-B1CA-34EE1F63B24C}" destId="{A0B6522F-2570-4580-9C4B-BFFE7C46FDBA}" srcOrd="3" destOrd="0" presId="urn:microsoft.com/office/officeart/2005/8/layout/hList1"/>
    <dgm:cxn modelId="{BF9616DB-903B-4141-B531-BE6E91048141}" type="presParOf" srcId="{91A0BAF2-6C48-4F5B-B1CA-34EE1F63B24C}" destId="{A3396E9F-A938-4204-863A-70F3721191F1}" srcOrd="4" destOrd="0" presId="urn:microsoft.com/office/officeart/2005/8/layout/hList1"/>
    <dgm:cxn modelId="{56F57039-9C4B-4ADF-95B2-ECD4D681EA4F}" type="presParOf" srcId="{A3396E9F-A938-4204-863A-70F3721191F1}" destId="{C5F4F527-50DE-4675-8C90-E5ECD2C059B9}" srcOrd="0" destOrd="0" presId="urn:microsoft.com/office/officeart/2005/8/layout/hList1"/>
    <dgm:cxn modelId="{1D9F4BE2-522E-42EB-949A-553A66CDAC44}" type="presParOf" srcId="{A3396E9F-A938-4204-863A-70F3721191F1}" destId="{8FCBD145-AB55-46AF-AB01-3FE161E2A9B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B31BEB-5D82-4679-B14B-0B0260F5B1E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20E116-BAFB-4757-8162-599E1F0A3BA1}">
      <dgm:prSet/>
      <dgm:spPr/>
      <dgm:t>
        <a:bodyPr/>
        <a:lstStyle/>
        <a:p>
          <a:pPr rtl="0"/>
          <a:r>
            <a:rPr lang="en-US" smtClean="0"/>
            <a:t>These codes indicate that further action is needed to complete the request.</a:t>
          </a:r>
          <a:endParaRPr lang="en-US"/>
        </a:p>
      </dgm:t>
    </dgm:pt>
    <dgm:pt modelId="{FEF21DEF-8D96-472F-9F21-8707EFC68FCD}" type="parTrans" cxnId="{18C4768F-970B-43E9-9158-60738D84AC3E}">
      <dgm:prSet/>
      <dgm:spPr/>
      <dgm:t>
        <a:bodyPr/>
        <a:lstStyle/>
        <a:p>
          <a:endParaRPr lang="en-US"/>
        </a:p>
      </dgm:t>
    </dgm:pt>
    <dgm:pt modelId="{316AEA61-2BCE-456E-9F41-F2EBD76346D6}" type="sibTrans" cxnId="{18C4768F-970B-43E9-9158-60738D84AC3E}">
      <dgm:prSet/>
      <dgm:spPr/>
      <dgm:t>
        <a:bodyPr/>
        <a:lstStyle/>
        <a:p>
          <a:endParaRPr lang="en-US"/>
        </a:p>
      </dgm:t>
    </dgm:pt>
    <dgm:pt modelId="{718772C8-0B48-47E1-99B7-9D5797815C5A}">
      <dgm:prSet/>
      <dgm:spPr/>
      <dgm:t>
        <a:bodyPr/>
        <a:lstStyle/>
        <a:p>
          <a:pPr rtl="0"/>
          <a:r>
            <a:rPr lang="en-US" smtClean="0"/>
            <a:t>301 Moved Permanently: The requested resource has been permanently moved to a new URL.</a:t>
          </a:r>
          <a:endParaRPr lang="en-US"/>
        </a:p>
      </dgm:t>
    </dgm:pt>
    <dgm:pt modelId="{306DAFF7-6715-47B2-9B30-4BA0A237ACB3}" type="parTrans" cxnId="{047E5A6C-8601-4E8F-9E22-0B557267A5CB}">
      <dgm:prSet/>
      <dgm:spPr/>
      <dgm:t>
        <a:bodyPr/>
        <a:lstStyle/>
        <a:p>
          <a:endParaRPr lang="en-US"/>
        </a:p>
      </dgm:t>
    </dgm:pt>
    <dgm:pt modelId="{A9FF46DA-ED26-444F-942B-0E3A875961B8}" type="sibTrans" cxnId="{047E5A6C-8601-4E8F-9E22-0B557267A5CB}">
      <dgm:prSet/>
      <dgm:spPr/>
      <dgm:t>
        <a:bodyPr/>
        <a:lstStyle/>
        <a:p>
          <a:endParaRPr lang="en-US"/>
        </a:p>
      </dgm:t>
    </dgm:pt>
    <dgm:pt modelId="{A69F5C33-D74F-46F6-B3AA-BD49280F12A7}">
      <dgm:prSet/>
      <dgm:spPr/>
      <dgm:t>
        <a:bodyPr/>
        <a:lstStyle/>
        <a:p>
          <a:pPr rtl="0"/>
          <a:r>
            <a:rPr lang="en-US" smtClean="0"/>
            <a:t>302 Found: The resource is temporarily located at a different URL.- 304 Not Modified: The resource hasn't changed since the last request, so the cached version can be used.</a:t>
          </a:r>
          <a:endParaRPr lang="en-US"/>
        </a:p>
      </dgm:t>
    </dgm:pt>
    <dgm:pt modelId="{A8D39AB9-FE84-4B5A-8261-5EDAC9ED2591}" type="parTrans" cxnId="{E4E03741-DB35-4912-9526-659F430C8043}">
      <dgm:prSet/>
      <dgm:spPr/>
      <dgm:t>
        <a:bodyPr/>
        <a:lstStyle/>
        <a:p>
          <a:endParaRPr lang="en-US"/>
        </a:p>
      </dgm:t>
    </dgm:pt>
    <dgm:pt modelId="{3D44F9E4-AB34-4748-B076-8DCE7534512A}" type="sibTrans" cxnId="{E4E03741-DB35-4912-9526-659F430C8043}">
      <dgm:prSet/>
      <dgm:spPr/>
      <dgm:t>
        <a:bodyPr/>
        <a:lstStyle/>
        <a:p>
          <a:endParaRPr lang="en-US"/>
        </a:p>
      </dgm:t>
    </dgm:pt>
    <dgm:pt modelId="{44F1CF3E-3838-43AE-AC85-E34B0E2B4645}" type="pres">
      <dgm:prSet presAssocID="{DBB31BEB-5D82-4679-B14B-0B0260F5B1EF}" presName="Name0" presStyleCnt="0">
        <dgm:presLayoutVars>
          <dgm:dir/>
          <dgm:animLvl val="lvl"/>
          <dgm:resizeHandles val="exact"/>
        </dgm:presLayoutVars>
      </dgm:prSet>
      <dgm:spPr/>
    </dgm:pt>
    <dgm:pt modelId="{9D715836-8C1C-48EE-AE24-3DD03DC32E07}" type="pres">
      <dgm:prSet presAssocID="{6720E116-BAFB-4757-8162-599E1F0A3BA1}" presName="composite" presStyleCnt="0"/>
      <dgm:spPr/>
    </dgm:pt>
    <dgm:pt modelId="{7B161BA9-058B-4747-8846-513A62C34DD5}" type="pres">
      <dgm:prSet presAssocID="{6720E116-BAFB-4757-8162-599E1F0A3BA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BF08F95-3F84-4581-9C50-70A3493BA15C}" type="pres">
      <dgm:prSet presAssocID="{6720E116-BAFB-4757-8162-599E1F0A3BA1}" presName="desTx" presStyleLbl="alignAccFollowNode1" presStyleIdx="0" presStyleCnt="3">
        <dgm:presLayoutVars>
          <dgm:bulletEnabled val="1"/>
        </dgm:presLayoutVars>
      </dgm:prSet>
      <dgm:spPr/>
    </dgm:pt>
    <dgm:pt modelId="{16E4E22E-9758-4BD4-A2AE-159DB5BC8173}" type="pres">
      <dgm:prSet presAssocID="{316AEA61-2BCE-456E-9F41-F2EBD76346D6}" presName="space" presStyleCnt="0"/>
      <dgm:spPr/>
    </dgm:pt>
    <dgm:pt modelId="{3C9B2B7E-3EE3-4659-9D6F-DE683A932260}" type="pres">
      <dgm:prSet presAssocID="{718772C8-0B48-47E1-99B7-9D5797815C5A}" presName="composite" presStyleCnt="0"/>
      <dgm:spPr/>
    </dgm:pt>
    <dgm:pt modelId="{7126C593-BA86-4FAB-80A9-2C294682E33D}" type="pres">
      <dgm:prSet presAssocID="{718772C8-0B48-47E1-99B7-9D5797815C5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3B20CD4-5DA0-49CB-B7DA-13A5FEC7636A}" type="pres">
      <dgm:prSet presAssocID="{718772C8-0B48-47E1-99B7-9D5797815C5A}" presName="desTx" presStyleLbl="alignAccFollowNode1" presStyleIdx="1" presStyleCnt="3">
        <dgm:presLayoutVars>
          <dgm:bulletEnabled val="1"/>
        </dgm:presLayoutVars>
      </dgm:prSet>
      <dgm:spPr/>
    </dgm:pt>
    <dgm:pt modelId="{E2C34BDB-9F0D-46DA-86CA-A9C1A806048C}" type="pres">
      <dgm:prSet presAssocID="{A9FF46DA-ED26-444F-942B-0E3A875961B8}" presName="space" presStyleCnt="0"/>
      <dgm:spPr/>
    </dgm:pt>
    <dgm:pt modelId="{CB40E010-9CD8-4980-8C49-00D5FAC1BE99}" type="pres">
      <dgm:prSet presAssocID="{A69F5C33-D74F-46F6-B3AA-BD49280F12A7}" presName="composite" presStyleCnt="0"/>
      <dgm:spPr/>
    </dgm:pt>
    <dgm:pt modelId="{50D95390-8E04-4654-817B-A6E2D11ED77E}" type="pres">
      <dgm:prSet presAssocID="{A69F5C33-D74F-46F6-B3AA-BD49280F12A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38B408A-F774-4321-9363-C95743CBC917}" type="pres">
      <dgm:prSet presAssocID="{A69F5C33-D74F-46F6-B3AA-BD49280F12A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47E5A6C-8601-4E8F-9E22-0B557267A5CB}" srcId="{DBB31BEB-5D82-4679-B14B-0B0260F5B1EF}" destId="{718772C8-0B48-47E1-99B7-9D5797815C5A}" srcOrd="1" destOrd="0" parTransId="{306DAFF7-6715-47B2-9B30-4BA0A237ACB3}" sibTransId="{A9FF46DA-ED26-444F-942B-0E3A875961B8}"/>
    <dgm:cxn modelId="{A0D39BF4-FBA2-43A4-B9CE-9FB35E695C9B}" type="presOf" srcId="{DBB31BEB-5D82-4679-B14B-0B0260F5B1EF}" destId="{44F1CF3E-3838-43AE-AC85-E34B0E2B4645}" srcOrd="0" destOrd="0" presId="urn:microsoft.com/office/officeart/2005/8/layout/hList1"/>
    <dgm:cxn modelId="{E4E03741-DB35-4912-9526-659F430C8043}" srcId="{DBB31BEB-5D82-4679-B14B-0B0260F5B1EF}" destId="{A69F5C33-D74F-46F6-B3AA-BD49280F12A7}" srcOrd="2" destOrd="0" parTransId="{A8D39AB9-FE84-4B5A-8261-5EDAC9ED2591}" sibTransId="{3D44F9E4-AB34-4748-B076-8DCE7534512A}"/>
    <dgm:cxn modelId="{EF414153-FFA4-4C52-B91E-5414369CD64A}" type="presOf" srcId="{6720E116-BAFB-4757-8162-599E1F0A3BA1}" destId="{7B161BA9-058B-4747-8846-513A62C34DD5}" srcOrd="0" destOrd="0" presId="urn:microsoft.com/office/officeart/2005/8/layout/hList1"/>
    <dgm:cxn modelId="{A56D4B44-20A8-4FD8-9859-5E7925F3DD24}" type="presOf" srcId="{A69F5C33-D74F-46F6-B3AA-BD49280F12A7}" destId="{50D95390-8E04-4654-817B-A6E2D11ED77E}" srcOrd="0" destOrd="0" presId="urn:microsoft.com/office/officeart/2005/8/layout/hList1"/>
    <dgm:cxn modelId="{18C4768F-970B-43E9-9158-60738D84AC3E}" srcId="{DBB31BEB-5D82-4679-B14B-0B0260F5B1EF}" destId="{6720E116-BAFB-4757-8162-599E1F0A3BA1}" srcOrd="0" destOrd="0" parTransId="{FEF21DEF-8D96-472F-9F21-8707EFC68FCD}" sibTransId="{316AEA61-2BCE-456E-9F41-F2EBD76346D6}"/>
    <dgm:cxn modelId="{FA7A2EFF-8866-42DB-B6F1-B4BAA1C52077}" type="presOf" srcId="{718772C8-0B48-47E1-99B7-9D5797815C5A}" destId="{7126C593-BA86-4FAB-80A9-2C294682E33D}" srcOrd="0" destOrd="0" presId="urn:microsoft.com/office/officeart/2005/8/layout/hList1"/>
    <dgm:cxn modelId="{8DF425BB-8971-4B8C-A9BE-B42F0C23F89A}" type="presParOf" srcId="{44F1CF3E-3838-43AE-AC85-E34B0E2B4645}" destId="{9D715836-8C1C-48EE-AE24-3DD03DC32E07}" srcOrd="0" destOrd="0" presId="urn:microsoft.com/office/officeart/2005/8/layout/hList1"/>
    <dgm:cxn modelId="{77F47B83-74EA-4C85-B3E5-C6AE49CF448A}" type="presParOf" srcId="{9D715836-8C1C-48EE-AE24-3DD03DC32E07}" destId="{7B161BA9-058B-4747-8846-513A62C34DD5}" srcOrd="0" destOrd="0" presId="urn:microsoft.com/office/officeart/2005/8/layout/hList1"/>
    <dgm:cxn modelId="{81CAD5C7-038F-411D-8294-B5829666FD5C}" type="presParOf" srcId="{9D715836-8C1C-48EE-AE24-3DD03DC32E07}" destId="{6BF08F95-3F84-4581-9C50-70A3493BA15C}" srcOrd="1" destOrd="0" presId="urn:microsoft.com/office/officeart/2005/8/layout/hList1"/>
    <dgm:cxn modelId="{4D32B7A0-253B-4414-8A79-0468F70072B4}" type="presParOf" srcId="{44F1CF3E-3838-43AE-AC85-E34B0E2B4645}" destId="{16E4E22E-9758-4BD4-A2AE-159DB5BC8173}" srcOrd="1" destOrd="0" presId="urn:microsoft.com/office/officeart/2005/8/layout/hList1"/>
    <dgm:cxn modelId="{D9AB92D2-3F38-4FFC-843F-22BB5999D4C4}" type="presParOf" srcId="{44F1CF3E-3838-43AE-AC85-E34B0E2B4645}" destId="{3C9B2B7E-3EE3-4659-9D6F-DE683A932260}" srcOrd="2" destOrd="0" presId="urn:microsoft.com/office/officeart/2005/8/layout/hList1"/>
    <dgm:cxn modelId="{E9833B9C-7FDB-4D21-8A13-E76BB35AF51A}" type="presParOf" srcId="{3C9B2B7E-3EE3-4659-9D6F-DE683A932260}" destId="{7126C593-BA86-4FAB-80A9-2C294682E33D}" srcOrd="0" destOrd="0" presId="urn:microsoft.com/office/officeart/2005/8/layout/hList1"/>
    <dgm:cxn modelId="{A5C9A99D-F276-4AA1-8FC2-0621239ED66B}" type="presParOf" srcId="{3C9B2B7E-3EE3-4659-9D6F-DE683A932260}" destId="{03B20CD4-5DA0-49CB-B7DA-13A5FEC7636A}" srcOrd="1" destOrd="0" presId="urn:microsoft.com/office/officeart/2005/8/layout/hList1"/>
    <dgm:cxn modelId="{E98566B0-766F-45F6-971E-EFD64578D70D}" type="presParOf" srcId="{44F1CF3E-3838-43AE-AC85-E34B0E2B4645}" destId="{E2C34BDB-9F0D-46DA-86CA-A9C1A806048C}" srcOrd="3" destOrd="0" presId="urn:microsoft.com/office/officeart/2005/8/layout/hList1"/>
    <dgm:cxn modelId="{6E43CC48-0A24-4A18-AB5F-201C0DED4380}" type="presParOf" srcId="{44F1CF3E-3838-43AE-AC85-E34B0E2B4645}" destId="{CB40E010-9CD8-4980-8C49-00D5FAC1BE99}" srcOrd="4" destOrd="0" presId="urn:microsoft.com/office/officeart/2005/8/layout/hList1"/>
    <dgm:cxn modelId="{799FBFA0-73F0-40CF-82BC-B929B3F73C78}" type="presParOf" srcId="{CB40E010-9CD8-4980-8C49-00D5FAC1BE99}" destId="{50D95390-8E04-4654-817B-A6E2D11ED77E}" srcOrd="0" destOrd="0" presId="urn:microsoft.com/office/officeart/2005/8/layout/hList1"/>
    <dgm:cxn modelId="{1F29640E-CAD1-46F1-B047-7B6BF4643640}" type="presParOf" srcId="{CB40E010-9CD8-4980-8C49-00D5FAC1BE99}" destId="{238B408A-F774-4321-9363-C95743CBC91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BC75C0-33D9-46E7-B1A9-78652146E10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A5DEA54-E8F3-4175-9267-4EA621CA1C58}">
      <dgm:prSet/>
      <dgm:spPr/>
      <dgm:t>
        <a:bodyPr/>
        <a:lstStyle/>
        <a:p>
          <a:pPr rtl="0"/>
          <a:r>
            <a:rPr lang="en-US" smtClean="0"/>
            <a:t>These codes indicate that there was an error with the request made by the client.</a:t>
          </a:r>
          <a:endParaRPr lang="en-US"/>
        </a:p>
      </dgm:t>
    </dgm:pt>
    <dgm:pt modelId="{6ED7C5A4-3751-4F92-8805-4C0A5BD17E28}" type="parTrans" cxnId="{5CB93596-7D76-4EDC-8E33-0C8CFCA79B6D}">
      <dgm:prSet/>
      <dgm:spPr/>
      <dgm:t>
        <a:bodyPr/>
        <a:lstStyle/>
        <a:p>
          <a:endParaRPr lang="en-US"/>
        </a:p>
      </dgm:t>
    </dgm:pt>
    <dgm:pt modelId="{7D755256-EE2A-4D32-B0C1-AF433D294CFA}" type="sibTrans" cxnId="{5CB93596-7D76-4EDC-8E33-0C8CFCA79B6D}">
      <dgm:prSet/>
      <dgm:spPr/>
      <dgm:t>
        <a:bodyPr/>
        <a:lstStyle/>
        <a:p>
          <a:endParaRPr lang="en-US"/>
        </a:p>
      </dgm:t>
    </dgm:pt>
    <dgm:pt modelId="{29050A47-B6F2-4F50-AC2C-CD97FE43C9DE}">
      <dgm:prSet/>
      <dgm:spPr/>
      <dgm:t>
        <a:bodyPr/>
        <a:lstStyle/>
        <a:p>
          <a:pPr rtl="0"/>
          <a:r>
            <a:rPr lang="en-US" smtClean="0"/>
            <a:t>400 Bad Request: The server could not understand the request due to invalid syntax.</a:t>
          </a:r>
          <a:endParaRPr lang="en-US"/>
        </a:p>
      </dgm:t>
    </dgm:pt>
    <dgm:pt modelId="{03A49638-A04D-4CE8-B3C8-4C6C8AAB8B76}" type="parTrans" cxnId="{A0C05108-7318-4144-B83B-56BF8BBF281D}">
      <dgm:prSet/>
      <dgm:spPr/>
      <dgm:t>
        <a:bodyPr/>
        <a:lstStyle/>
        <a:p>
          <a:endParaRPr lang="en-US"/>
        </a:p>
      </dgm:t>
    </dgm:pt>
    <dgm:pt modelId="{7E48CBFC-6CD9-46E9-9916-4CD8F38A4002}" type="sibTrans" cxnId="{A0C05108-7318-4144-B83B-56BF8BBF281D}">
      <dgm:prSet/>
      <dgm:spPr/>
      <dgm:t>
        <a:bodyPr/>
        <a:lstStyle/>
        <a:p>
          <a:endParaRPr lang="en-US"/>
        </a:p>
      </dgm:t>
    </dgm:pt>
    <dgm:pt modelId="{36D9A430-900C-4A8A-9C60-31F99D9FC732}">
      <dgm:prSet/>
      <dgm:spPr/>
      <dgm:t>
        <a:bodyPr/>
        <a:lstStyle/>
        <a:p>
          <a:pPr rtl="0"/>
          <a:r>
            <a:rPr lang="en-US" smtClean="0"/>
            <a:t>401 Unauthorized: The request requires user authentication.- 403 Forbidden: The server understood the request but refuses to authorize it.</a:t>
          </a:r>
          <a:endParaRPr lang="en-US"/>
        </a:p>
      </dgm:t>
    </dgm:pt>
    <dgm:pt modelId="{F3917355-D128-4459-8EB6-67DE8E13FB0E}" type="parTrans" cxnId="{205AD024-BE59-4C65-AC9D-4FD97BE62586}">
      <dgm:prSet/>
      <dgm:spPr/>
      <dgm:t>
        <a:bodyPr/>
        <a:lstStyle/>
        <a:p>
          <a:endParaRPr lang="en-US"/>
        </a:p>
      </dgm:t>
    </dgm:pt>
    <dgm:pt modelId="{AA4B9F80-B6DC-4B81-B454-A520F7AAB207}" type="sibTrans" cxnId="{205AD024-BE59-4C65-AC9D-4FD97BE62586}">
      <dgm:prSet/>
      <dgm:spPr/>
      <dgm:t>
        <a:bodyPr/>
        <a:lstStyle/>
        <a:p>
          <a:endParaRPr lang="en-US"/>
        </a:p>
      </dgm:t>
    </dgm:pt>
    <dgm:pt modelId="{65136B20-722A-45A6-80C9-561FDF09FD2A}">
      <dgm:prSet/>
      <dgm:spPr/>
      <dgm:t>
        <a:bodyPr/>
        <a:lstStyle/>
        <a:p>
          <a:pPr rtl="0"/>
          <a:r>
            <a:rPr lang="en-US" smtClean="0"/>
            <a:t>404 Not Found: The requested resource could not be found on the server.</a:t>
          </a:r>
          <a:endParaRPr lang="en-US"/>
        </a:p>
      </dgm:t>
    </dgm:pt>
    <dgm:pt modelId="{135AC0DE-3ABF-46E4-B93A-F8F2BE1539DA}" type="parTrans" cxnId="{6C3C718F-CC10-49D6-8EDC-F9EC159C307D}">
      <dgm:prSet/>
      <dgm:spPr/>
      <dgm:t>
        <a:bodyPr/>
        <a:lstStyle/>
        <a:p>
          <a:endParaRPr lang="en-US"/>
        </a:p>
      </dgm:t>
    </dgm:pt>
    <dgm:pt modelId="{E12B1E69-A415-4649-8F50-FCB62604BA1F}" type="sibTrans" cxnId="{6C3C718F-CC10-49D6-8EDC-F9EC159C307D}">
      <dgm:prSet/>
      <dgm:spPr/>
      <dgm:t>
        <a:bodyPr/>
        <a:lstStyle/>
        <a:p>
          <a:endParaRPr lang="en-US"/>
        </a:p>
      </dgm:t>
    </dgm:pt>
    <dgm:pt modelId="{449BCED6-AEDD-4BC1-BE14-5498654B6F5D}">
      <dgm:prSet/>
      <dgm:spPr/>
      <dgm:t>
        <a:bodyPr/>
        <a:lstStyle/>
        <a:p>
          <a:pPr rtl="0"/>
          <a:r>
            <a:rPr lang="en-US" smtClean="0"/>
            <a:t>408 Request Timeout: The server timed out waiting for the request.</a:t>
          </a:r>
          <a:endParaRPr lang="en-US"/>
        </a:p>
      </dgm:t>
    </dgm:pt>
    <dgm:pt modelId="{3D2950FF-B9E0-4FDE-817B-7873960AC474}" type="parTrans" cxnId="{0E71B88E-B200-4376-9862-34F73810C80A}">
      <dgm:prSet/>
      <dgm:spPr/>
      <dgm:t>
        <a:bodyPr/>
        <a:lstStyle/>
        <a:p>
          <a:endParaRPr lang="en-US"/>
        </a:p>
      </dgm:t>
    </dgm:pt>
    <dgm:pt modelId="{4D2AB0D7-817C-4D53-94F5-3EE33322FD94}" type="sibTrans" cxnId="{0E71B88E-B200-4376-9862-34F73810C80A}">
      <dgm:prSet/>
      <dgm:spPr/>
      <dgm:t>
        <a:bodyPr/>
        <a:lstStyle/>
        <a:p>
          <a:endParaRPr lang="en-US"/>
        </a:p>
      </dgm:t>
    </dgm:pt>
    <dgm:pt modelId="{182DEB6B-39FD-4B57-A315-3234AB288B4E}" type="pres">
      <dgm:prSet presAssocID="{F2BC75C0-33D9-46E7-B1A9-78652146E10D}" presName="Name0" presStyleCnt="0">
        <dgm:presLayoutVars>
          <dgm:dir/>
          <dgm:animLvl val="lvl"/>
          <dgm:resizeHandles val="exact"/>
        </dgm:presLayoutVars>
      </dgm:prSet>
      <dgm:spPr/>
    </dgm:pt>
    <dgm:pt modelId="{045B2802-9186-4DA3-B506-0BFB25AF2AA2}" type="pres">
      <dgm:prSet presAssocID="{AA5DEA54-E8F3-4175-9267-4EA621CA1C58}" presName="composite" presStyleCnt="0"/>
      <dgm:spPr/>
    </dgm:pt>
    <dgm:pt modelId="{595EB08B-EB6A-448A-A721-348431A74CC4}" type="pres">
      <dgm:prSet presAssocID="{AA5DEA54-E8F3-4175-9267-4EA621CA1C58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3D6CEA07-4C8C-439D-BE21-B25B9544F095}" type="pres">
      <dgm:prSet presAssocID="{AA5DEA54-E8F3-4175-9267-4EA621CA1C58}" presName="desTx" presStyleLbl="alignAccFollowNode1" presStyleIdx="0" presStyleCnt="5">
        <dgm:presLayoutVars>
          <dgm:bulletEnabled val="1"/>
        </dgm:presLayoutVars>
      </dgm:prSet>
      <dgm:spPr/>
    </dgm:pt>
    <dgm:pt modelId="{CA3E826A-38BA-4F2D-816A-35B0B1E51CAF}" type="pres">
      <dgm:prSet presAssocID="{7D755256-EE2A-4D32-B0C1-AF433D294CFA}" presName="space" presStyleCnt="0"/>
      <dgm:spPr/>
    </dgm:pt>
    <dgm:pt modelId="{7A649D6A-6AF1-4033-8508-7D6422A1FE18}" type="pres">
      <dgm:prSet presAssocID="{29050A47-B6F2-4F50-AC2C-CD97FE43C9DE}" presName="composite" presStyleCnt="0"/>
      <dgm:spPr/>
    </dgm:pt>
    <dgm:pt modelId="{91E0A533-A3C3-4163-B2B9-BA311D9D18B0}" type="pres">
      <dgm:prSet presAssocID="{29050A47-B6F2-4F50-AC2C-CD97FE43C9DE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8CCA0D1B-D14D-45DF-BA26-280F8E966838}" type="pres">
      <dgm:prSet presAssocID="{29050A47-B6F2-4F50-AC2C-CD97FE43C9DE}" presName="desTx" presStyleLbl="alignAccFollowNode1" presStyleIdx="1" presStyleCnt="5">
        <dgm:presLayoutVars>
          <dgm:bulletEnabled val="1"/>
        </dgm:presLayoutVars>
      </dgm:prSet>
      <dgm:spPr/>
    </dgm:pt>
    <dgm:pt modelId="{FFDF05BB-06BB-4F61-8F49-DA5EDBC7DAFA}" type="pres">
      <dgm:prSet presAssocID="{7E48CBFC-6CD9-46E9-9916-4CD8F38A4002}" presName="space" presStyleCnt="0"/>
      <dgm:spPr/>
    </dgm:pt>
    <dgm:pt modelId="{2D291FF9-04DD-41EF-9B46-4790991F62E4}" type="pres">
      <dgm:prSet presAssocID="{36D9A430-900C-4A8A-9C60-31F99D9FC732}" presName="composite" presStyleCnt="0"/>
      <dgm:spPr/>
    </dgm:pt>
    <dgm:pt modelId="{F9EC1CE0-6247-45F7-BFA6-291D06C21E82}" type="pres">
      <dgm:prSet presAssocID="{36D9A430-900C-4A8A-9C60-31F99D9FC732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DB7B9A54-D332-40DD-9A73-0F5E2B6ED4A3}" type="pres">
      <dgm:prSet presAssocID="{36D9A430-900C-4A8A-9C60-31F99D9FC732}" presName="desTx" presStyleLbl="alignAccFollowNode1" presStyleIdx="2" presStyleCnt="5">
        <dgm:presLayoutVars>
          <dgm:bulletEnabled val="1"/>
        </dgm:presLayoutVars>
      </dgm:prSet>
      <dgm:spPr/>
    </dgm:pt>
    <dgm:pt modelId="{B2FD48FB-F246-4ED5-9E64-28CAF3F7D3DC}" type="pres">
      <dgm:prSet presAssocID="{AA4B9F80-B6DC-4B81-B454-A520F7AAB207}" presName="space" presStyleCnt="0"/>
      <dgm:spPr/>
    </dgm:pt>
    <dgm:pt modelId="{490DE4ED-38F4-4F4A-9393-A63495B20B91}" type="pres">
      <dgm:prSet presAssocID="{65136B20-722A-45A6-80C9-561FDF09FD2A}" presName="composite" presStyleCnt="0"/>
      <dgm:spPr/>
    </dgm:pt>
    <dgm:pt modelId="{858DF68E-944B-4BA5-8551-CC25B563BC0A}" type="pres">
      <dgm:prSet presAssocID="{65136B20-722A-45A6-80C9-561FDF09FD2A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FD475E09-D62D-4405-87BA-E43B5EFC36B2}" type="pres">
      <dgm:prSet presAssocID="{65136B20-722A-45A6-80C9-561FDF09FD2A}" presName="desTx" presStyleLbl="alignAccFollowNode1" presStyleIdx="3" presStyleCnt="5">
        <dgm:presLayoutVars>
          <dgm:bulletEnabled val="1"/>
        </dgm:presLayoutVars>
      </dgm:prSet>
      <dgm:spPr/>
    </dgm:pt>
    <dgm:pt modelId="{87D79A52-3A54-42D5-B169-DF19DDB00F77}" type="pres">
      <dgm:prSet presAssocID="{E12B1E69-A415-4649-8F50-FCB62604BA1F}" presName="space" presStyleCnt="0"/>
      <dgm:spPr/>
    </dgm:pt>
    <dgm:pt modelId="{3565AB53-0351-4468-B1B6-647A8A23648A}" type="pres">
      <dgm:prSet presAssocID="{449BCED6-AEDD-4BC1-BE14-5498654B6F5D}" presName="composite" presStyleCnt="0"/>
      <dgm:spPr/>
    </dgm:pt>
    <dgm:pt modelId="{D545D8C0-5167-454F-A7FA-6C2481932F12}" type="pres">
      <dgm:prSet presAssocID="{449BCED6-AEDD-4BC1-BE14-5498654B6F5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B868AB8A-B9D8-4EF8-AA5A-A189458B7857}" type="pres">
      <dgm:prSet presAssocID="{449BCED6-AEDD-4BC1-BE14-5498654B6F5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2BB7D047-2F31-42DC-9CC8-ACA4DC8A02C8}" type="presOf" srcId="{F2BC75C0-33D9-46E7-B1A9-78652146E10D}" destId="{182DEB6B-39FD-4B57-A315-3234AB288B4E}" srcOrd="0" destOrd="0" presId="urn:microsoft.com/office/officeart/2005/8/layout/hList1"/>
    <dgm:cxn modelId="{5CB93596-7D76-4EDC-8E33-0C8CFCA79B6D}" srcId="{F2BC75C0-33D9-46E7-B1A9-78652146E10D}" destId="{AA5DEA54-E8F3-4175-9267-4EA621CA1C58}" srcOrd="0" destOrd="0" parTransId="{6ED7C5A4-3751-4F92-8805-4C0A5BD17E28}" sibTransId="{7D755256-EE2A-4D32-B0C1-AF433D294CFA}"/>
    <dgm:cxn modelId="{4ACFEB1E-639D-4913-A2ED-D2BC8AF96EC2}" type="presOf" srcId="{AA5DEA54-E8F3-4175-9267-4EA621CA1C58}" destId="{595EB08B-EB6A-448A-A721-348431A74CC4}" srcOrd="0" destOrd="0" presId="urn:microsoft.com/office/officeart/2005/8/layout/hList1"/>
    <dgm:cxn modelId="{D6AD8286-A97D-4EC6-BED7-7ED8C21B3705}" type="presOf" srcId="{29050A47-B6F2-4F50-AC2C-CD97FE43C9DE}" destId="{91E0A533-A3C3-4163-B2B9-BA311D9D18B0}" srcOrd="0" destOrd="0" presId="urn:microsoft.com/office/officeart/2005/8/layout/hList1"/>
    <dgm:cxn modelId="{A0C05108-7318-4144-B83B-56BF8BBF281D}" srcId="{F2BC75C0-33D9-46E7-B1A9-78652146E10D}" destId="{29050A47-B6F2-4F50-AC2C-CD97FE43C9DE}" srcOrd="1" destOrd="0" parTransId="{03A49638-A04D-4CE8-B3C8-4C6C8AAB8B76}" sibTransId="{7E48CBFC-6CD9-46E9-9916-4CD8F38A4002}"/>
    <dgm:cxn modelId="{6C3C718F-CC10-49D6-8EDC-F9EC159C307D}" srcId="{F2BC75C0-33D9-46E7-B1A9-78652146E10D}" destId="{65136B20-722A-45A6-80C9-561FDF09FD2A}" srcOrd="3" destOrd="0" parTransId="{135AC0DE-3ABF-46E4-B93A-F8F2BE1539DA}" sibTransId="{E12B1E69-A415-4649-8F50-FCB62604BA1F}"/>
    <dgm:cxn modelId="{205AD024-BE59-4C65-AC9D-4FD97BE62586}" srcId="{F2BC75C0-33D9-46E7-B1A9-78652146E10D}" destId="{36D9A430-900C-4A8A-9C60-31F99D9FC732}" srcOrd="2" destOrd="0" parTransId="{F3917355-D128-4459-8EB6-67DE8E13FB0E}" sibTransId="{AA4B9F80-B6DC-4B81-B454-A520F7AAB207}"/>
    <dgm:cxn modelId="{0E71B88E-B200-4376-9862-34F73810C80A}" srcId="{F2BC75C0-33D9-46E7-B1A9-78652146E10D}" destId="{449BCED6-AEDD-4BC1-BE14-5498654B6F5D}" srcOrd="4" destOrd="0" parTransId="{3D2950FF-B9E0-4FDE-817B-7873960AC474}" sibTransId="{4D2AB0D7-817C-4D53-94F5-3EE33322FD94}"/>
    <dgm:cxn modelId="{A44A2C6A-DF0E-488B-93AA-EF82E3D336C6}" type="presOf" srcId="{36D9A430-900C-4A8A-9C60-31F99D9FC732}" destId="{F9EC1CE0-6247-45F7-BFA6-291D06C21E82}" srcOrd="0" destOrd="0" presId="urn:microsoft.com/office/officeart/2005/8/layout/hList1"/>
    <dgm:cxn modelId="{53DACC15-D786-4249-86AC-73C7BC6E0531}" type="presOf" srcId="{65136B20-722A-45A6-80C9-561FDF09FD2A}" destId="{858DF68E-944B-4BA5-8551-CC25B563BC0A}" srcOrd="0" destOrd="0" presId="urn:microsoft.com/office/officeart/2005/8/layout/hList1"/>
    <dgm:cxn modelId="{B4DC2CA8-DD7E-4D65-BBE6-BE4B8A640426}" type="presOf" srcId="{449BCED6-AEDD-4BC1-BE14-5498654B6F5D}" destId="{D545D8C0-5167-454F-A7FA-6C2481932F12}" srcOrd="0" destOrd="0" presId="urn:microsoft.com/office/officeart/2005/8/layout/hList1"/>
    <dgm:cxn modelId="{78A4800C-0055-4241-BBCC-6C861130DDBE}" type="presParOf" srcId="{182DEB6B-39FD-4B57-A315-3234AB288B4E}" destId="{045B2802-9186-4DA3-B506-0BFB25AF2AA2}" srcOrd="0" destOrd="0" presId="urn:microsoft.com/office/officeart/2005/8/layout/hList1"/>
    <dgm:cxn modelId="{4AAF71DF-E6E0-484C-85AD-9FB743644A1E}" type="presParOf" srcId="{045B2802-9186-4DA3-B506-0BFB25AF2AA2}" destId="{595EB08B-EB6A-448A-A721-348431A74CC4}" srcOrd="0" destOrd="0" presId="urn:microsoft.com/office/officeart/2005/8/layout/hList1"/>
    <dgm:cxn modelId="{AADB3D48-5C2C-405C-B15E-67A91D0DEE3A}" type="presParOf" srcId="{045B2802-9186-4DA3-B506-0BFB25AF2AA2}" destId="{3D6CEA07-4C8C-439D-BE21-B25B9544F095}" srcOrd="1" destOrd="0" presId="urn:microsoft.com/office/officeart/2005/8/layout/hList1"/>
    <dgm:cxn modelId="{0DD8CE47-CDF5-4A48-AC56-FC55D547BC90}" type="presParOf" srcId="{182DEB6B-39FD-4B57-A315-3234AB288B4E}" destId="{CA3E826A-38BA-4F2D-816A-35B0B1E51CAF}" srcOrd="1" destOrd="0" presId="urn:microsoft.com/office/officeart/2005/8/layout/hList1"/>
    <dgm:cxn modelId="{7FA4D5DD-B7C9-4AC7-B013-E4AFE3A19BEF}" type="presParOf" srcId="{182DEB6B-39FD-4B57-A315-3234AB288B4E}" destId="{7A649D6A-6AF1-4033-8508-7D6422A1FE18}" srcOrd="2" destOrd="0" presId="urn:microsoft.com/office/officeart/2005/8/layout/hList1"/>
    <dgm:cxn modelId="{8AB07AE5-EA79-446E-99EF-F83A9565CE52}" type="presParOf" srcId="{7A649D6A-6AF1-4033-8508-7D6422A1FE18}" destId="{91E0A533-A3C3-4163-B2B9-BA311D9D18B0}" srcOrd="0" destOrd="0" presId="urn:microsoft.com/office/officeart/2005/8/layout/hList1"/>
    <dgm:cxn modelId="{72169E1A-0F6C-4F24-B42F-0609F4074531}" type="presParOf" srcId="{7A649D6A-6AF1-4033-8508-7D6422A1FE18}" destId="{8CCA0D1B-D14D-45DF-BA26-280F8E966838}" srcOrd="1" destOrd="0" presId="urn:microsoft.com/office/officeart/2005/8/layout/hList1"/>
    <dgm:cxn modelId="{A0D2F788-A989-4783-B9DE-8B4DE5668DA0}" type="presParOf" srcId="{182DEB6B-39FD-4B57-A315-3234AB288B4E}" destId="{FFDF05BB-06BB-4F61-8F49-DA5EDBC7DAFA}" srcOrd="3" destOrd="0" presId="urn:microsoft.com/office/officeart/2005/8/layout/hList1"/>
    <dgm:cxn modelId="{8E9123D9-B1A2-4B02-B709-573FD1B9B897}" type="presParOf" srcId="{182DEB6B-39FD-4B57-A315-3234AB288B4E}" destId="{2D291FF9-04DD-41EF-9B46-4790991F62E4}" srcOrd="4" destOrd="0" presId="urn:microsoft.com/office/officeart/2005/8/layout/hList1"/>
    <dgm:cxn modelId="{D6FC8AC0-4EA5-4E3C-BE71-1E9ED4172A92}" type="presParOf" srcId="{2D291FF9-04DD-41EF-9B46-4790991F62E4}" destId="{F9EC1CE0-6247-45F7-BFA6-291D06C21E82}" srcOrd="0" destOrd="0" presId="urn:microsoft.com/office/officeart/2005/8/layout/hList1"/>
    <dgm:cxn modelId="{F59FD9B5-F049-4FA9-87A7-11AD074346C6}" type="presParOf" srcId="{2D291FF9-04DD-41EF-9B46-4790991F62E4}" destId="{DB7B9A54-D332-40DD-9A73-0F5E2B6ED4A3}" srcOrd="1" destOrd="0" presId="urn:microsoft.com/office/officeart/2005/8/layout/hList1"/>
    <dgm:cxn modelId="{918572D7-E948-4C66-B922-8C745AB6091C}" type="presParOf" srcId="{182DEB6B-39FD-4B57-A315-3234AB288B4E}" destId="{B2FD48FB-F246-4ED5-9E64-28CAF3F7D3DC}" srcOrd="5" destOrd="0" presId="urn:microsoft.com/office/officeart/2005/8/layout/hList1"/>
    <dgm:cxn modelId="{6436CBF7-6E48-49FA-94A2-F04D0C2AC31D}" type="presParOf" srcId="{182DEB6B-39FD-4B57-A315-3234AB288B4E}" destId="{490DE4ED-38F4-4F4A-9393-A63495B20B91}" srcOrd="6" destOrd="0" presId="urn:microsoft.com/office/officeart/2005/8/layout/hList1"/>
    <dgm:cxn modelId="{DCCD6292-D97C-415C-9FC6-3D0EF9B35DEE}" type="presParOf" srcId="{490DE4ED-38F4-4F4A-9393-A63495B20B91}" destId="{858DF68E-944B-4BA5-8551-CC25B563BC0A}" srcOrd="0" destOrd="0" presId="urn:microsoft.com/office/officeart/2005/8/layout/hList1"/>
    <dgm:cxn modelId="{A9286025-3AA1-4099-8730-000E59923F68}" type="presParOf" srcId="{490DE4ED-38F4-4F4A-9393-A63495B20B91}" destId="{FD475E09-D62D-4405-87BA-E43B5EFC36B2}" srcOrd="1" destOrd="0" presId="urn:microsoft.com/office/officeart/2005/8/layout/hList1"/>
    <dgm:cxn modelId="{AACCF45D-447B-4706-9536-B34CCBBB2B14}" type="presParOf" srcId="{182DEB6B-39FD-4B57-A315-3234AB288B4E}" destId="{87D79A52-3A54-42D5-B169-DF19DDB00F77}" srcOrd="7" destOrd="0" presId="urn:microsoft.com/office/officeart/2005/8/layout/hList1"/>
    <dgm:cxn modelId="{4EAA258A-1E0C-4DFC-B306-E4631DA44D5C}" type="presParOf" srcId="{182DEB6B-39FD-4B57-A315-3234AB288B4E}" destId="{3565AB53-0351-4468-B1B6-647A8A23648A}" srcOrd="8" destOrd="0" presId="urn:microsoft.com/office/officeart/2005/8/layout/hList1"/>
    <dgm:cxn modelId="{9D40F5EE-3E6D-4E91-97B4-3647BEE9B8F8}" type="presParOf" srcId="{3565AB53-0351-4468-B1B6-647A8A23648A}" destId="{D545D8C0-5167-454F-A7FA-6C2481932F12}" srcOrd="0" destOrd="0" presId="urn:microsoft.com/office/officeart/2005/8/layout/hList1"/>
    <dgm:cxn modelId="{435E8A19-521F-4C08-8847-E4B4283CB687}" type="presParOf" srcId="{3565AB53-0351-4468-B1B6-647A8A23648A}" destId="{B868AB8A-B9D8-4EF8-AA5A-A189458B785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40FCF7-6CD4-47C6-9C90-52FC284288F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28B02B-97C1-46CD-8FC4-4D527989DBA8}">
      <dgm:prSet/>
      <dgm:spPr/>
      <dgm:t>
        <a:bodyPr/>
        <a:lstStyle/>
        <a:p>
          <a:pPr rtl="0"/>
          <a:r>
            <a:rPr lang="en-US" smtClean="0"/>
            <a:t>These codes indicate that the server failed to fulfill a valid request.</a:t>
          </a:r>
          <a:endParaRPr lang="en-US"/>
        </a:p>
      </dgm:t>
    </dgm:pt>
    <dgm:pt modelId="{D499027B-6572-420A-90F2-A66BA3E5073B}" type="parTrans" cxnId="{86CED61A-55D7-4C7D-A283-57DD07813CBC}">
      <dgm:prSet/>
      <dgm:spPr/>
      <dgm:t>
        <a:bodyPr/>
        <a:lstStyle/>
        <a:p>
          <a:endParaRPr lang="en-US"/>
        </a:p>
      </dgm:t>
    </dgm:pt>
    <dgm:pt modelId="{EBD32FEC-9F11-4AB7-A129-958566D20D19}" type="sibTrans" cxnId="{86CED61A-55D7-4C7D-A283-57DD07813CBC}">
      <dgm:prSet/>
      <dgm:spPr/>
      <dgm:t>
        <a:bodyPr/>
        <a:lstStyle/>
        <a:p>
          <a:endParaRPr lang="en-US"/>
        </a:p>
      </dgm:t>
    </dgm:pt>
    <dgm:pt modelId="{3B76A9E2-2D43-48A3-A39F-AC1FA97D6C1D}">
      <dgm:prSet/>
      <dgm:spPr/>
      <dgm:t>
        <a:bodyPr/>
        <a:lstStyle/>
        <a:p>
          <a:pPr rtl="0"/>
          <a:r>
            <a:rPr lang="en-US" smtClean="0"/>
            <a:t>500 Internal Server Error: The server encountered an unexpected condition that prevented it from fulfilling the request.</a:t>
          </a:r>
          <a:endParaRPr lang="en-US"/>
        </a:p>
      </dgm:t>
    </dgm:pt>
    <dgm:pt modelId="{DDB4D8DE-D858-4EB4-B3DA-37D1AB6B03D5}" type="parTrans" cxnId="{C6F1B970-3D3A-48A6-8EDC-254B4228AFA1}">
      <dgm:prSet/>
      <dgm:spPr/>
      <dgm:t>
        <a:bodyPr/>
        <a:lstStyle/>
        <a:p>
          <a:endParaRPr lang="en-US"/>
        </a:p>
      </dgm:t>
    </dgm:pt>
    <dgm:pt modelId="{A69410E6-AE62-447D-84B7-1252E1EA0660}" type="sibTrans" cxnId="{C6F1B970-3D3A-48A6-8EDC-254B4228AFA1}">
      <dgm:prSet/>
      <dgm:spPr/>
      <dgm:t>
        <a:bodyPr/>
        <a:lstStyle/>
        <a:p>
          <a:endParaRPr lang="en-US"/>
        </a:p>
      </dgm:t>
    </dgm:pt>
    <dgm:pt modelId="{8E3F71A7-0D8C-4228-9BFA-1B4E1D7838F7}">
      <dgm:prSet/>
      <dgm:spPr/>
      <dgm:t>
        <a:bodyPr/>
        <a:lstStyle/>
        <a:p>
          <a:pPr rtl="0"/>
          <a:r>
            <a:rPr lang="en-US" smtClean="0"/>
            <a:t>502 Bad Gateway: The server, while acting as a gateway, received an invalid response from the upstream server.</a:t>
          </a:r>
          <a:endParaRPr lang="en-US"/>
        </a:p>
      </dgm:t>
    </dgm:pt>
    <dgm:pt modelId="{84A25D2A-0AAF-44F7-8C62-D33C2BB4E7A6}" type="parTrans" cxnId="{947C975B-36B4-4C15-AF1D-7E036CA2A4F0}">
      <dgm:prSet/>
      <dgm:spPr/>
      <dgm:t>
        <a:bodyPr/>
        <a:lstStyle/>
        <a:p>
          <a:endParaRPr lang="en-US"/>
        </a:p>
      </dgm:t>
    </dgm:pt>
    <dgm:pt modelId="{F404921A-59B4-4395-BC52-3EA83819490B}" type="sibTrans" cxnId="{947C975B-36B4-4C15-AF1D-7E036CA2A4F0}">
      <dgm:prSet/>
      <dgm:spPr/>
      <dgm:t>
        <a:bodyPr/>
        <a:lstStyle/>
        <a:p>
          <a:endParaRPr lang="en-US"/>
        </a:p>
      </dgm:t>
    </dgm:pt>
    <dgm:pt modelId="{006015E0-8CB3-4F8C-B297-88537E465BBC}">
      <dgm:prSet/>
      <dgm:spPr/>
      <dgm:t>
        <a:bodyPr/>
        <a:lstStyle/>
        <a:p>
          <a:pPr rtl="0"/>
          <a:r>
            <a:rPr lang="en-US" smtClean="0"/>
            <a:t>503 Service Unavailable: The server is currently unable to handle the request due to temporary overload or maintenance.</a:t>
          </a:r>
          <a:endParaRPr lang="en-US"/>
        </a:p>
      </dgm:t>
    </dgm:pt>
    <dgm:pt modelId="{77527D8A-32A8-4EBE-8F86-F8E78EB396F1}" type="parTrans" cxnId="{663A7046-6577-4278-BB0D-8C5EF66EDF35}">
      <dgm:prSet/>
      <dgm:spPr/>
      <dgm:t>
        <a:bodyPr/>
        <a:lstStyle/>
        <a:p>
          <a:endParaRPr lang="en-US"/>
        </a:p>
      </dgm:t>
    </dgm:pt>
    <dgm:pt modelId="{476EF25F-128A-41BA-A280-E11291CF076F}" type="sibTrans" cxnId="{663A7046-6577-4278-BB0D-8C5EF66EDF35}">
      <dgm:prSet/>
      <dgm:spPr/>
      <dgm:t>
        <a:bodyPr/>
        <a:lstStyle/>
        <a:p>
          <a:endParaRPr lang="en-US"/>
        </a:p>
      </dgm:t>
    </dgm:pt>
    <dgm:pt modelId="{6C5D9BF5-3D48-4B47-ADCE-E328D06D6AAB}">
      <dgm:prSet/>
      <dgm:spPr/>
      <dgm:t>
        <a:bodyPr/>
        <a:lstStyle/>
        <a:p>
          <a:pPr rtl="0"/>
          <a:r>
            <a:rPr lang="en-US" smtClean="0"/>
            <a:t>504 Gateway Timeout: The server, while acting as a gateway, did not receive a timely response from the upstream server.</a:t>
          </a:r>
          <a:endParaRPr lang="en-US"/>
        </a:p>
      </dgm:t>
    </dgm:pt>
    <dgm:pt modelId="{837C8262-AA49-4DBA-8E14-59A096F16CCB}" type="parTrans" cxnId="{78F529CB-A644-4EDB-BDCD-14F99D7EF2AE}">
      <dgm:prSet/>
      <dgm:spPr/>
      <dgm:t>
        <a:bodyPr/>
        <a:lstStyle/>
        <a:p>
          <a:endParaRPr lang="en-US"/>
        </a:p>
      </dgm:t>
    </dgm:pt>
    <dgm:pt modelId="{D0762EB0-D86F-45A4-8F2E-14A9F745338B}" type="sibTrans" cxnId="{78F529CB-A644-4EDB-BDCD-14F99D7EF2AE}">
      <dgm:prSet/>
      <dgm:spPr/>
      <dgm:t>
        <a:bodyPr/>
        <a:lstStyle/>
        <a:p>
          <a:endParaRPr lang="en-US"/>
        </a:p>
      </dgm:t>
    </dgm:pt>
    <dgm:pt modelId="{58014BB0-1EB7-4B6F-950F-13E85F912C32}" type="pres">
      <dgm:prSet presAssocID="{7740FCF7-6CD4-47C6-9C90-52FC284288F0}" presName="Name0" presStyleCnt="0">
        <dgm:presLayoutVars>
          <dgm:dir/>
          <dgm:animLvl val="lvl"/>
          <dgm:resizeHandles val="exact"/>
        </dgm:presLayoutVars>
      </dgm:prSet>
      <dgm:spPr/>
    </dgm:pt>
    <dgm:pt modelId="{E349AC44-AB57-454F-B237-A3997E2C6AE0}" type="pres">
      <dgm:prSet presAssocID="{5728B02B-97C1-46CD-8FC4-4D527989DBA8}" presName="composite" presStyleCnt="0"/>
      <dgm:spPr/>
    </dgm:pt>
    <dgm:pt modelId="{6B6E4531-4480-4FDA-872E-7FDB7A4FD334}" type="pres">
      <dgm:prSet presAssocID="{5728B02B-97C1-46CD-8FC4-4D527989DBA8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4507F091-35C1-4E93-88E5-F435761A9D8E}" type="pres">
      <dgm:prSet presAssocID="{5728B02B-97C1-46CD-8FC4-4D527989DBA8}" presName="desTx" presStyleLbl="alignAccFollowNode1" presStyleIdx="0" presStyleCnt="5">
        <dgm:presLayoutVars>
          <dgm:bulletEnabled val="1"/>
        </dgm:presLayoutVars>
      </dgm:prSet>
      <dgm:spPr/>
    </dgm:pt>
    <dgm:pt modelId="{7E96E3C5-A911-48C4-A43B-45AB13BBFE3E}" type="pres">
      <dgm:prSet presAssocID="{EBD32FEC-9F11-4AB7-A129-958566D20D19}" presName="space" presStyleCnt="0"/>
      <dgm:spPr/>
    </dgm:pt>
    <dgm:pt modelId="{AAC47204-5675-43D5-8262-5B980E3ADA0E}" type="pres">
      <dgm:prSet presAssocID="{3B76A9E2-2D43-48A3-A39F-AC1FA97D6C1D}" presName="composite" presStyleCnt="0"/>
      <dgm:spPr/>
    </dgm:pt>
    <dgm:pt modelId="{D2745F38-7422-416B-8351-B2D8AD0A0FCB}" type="pres">
      <dgm:prSet presAssocID="{3B76A9E2-2D43-48A3-A39F-AC1FA97D6C1D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623D1770-E08B-449B-8280-01A3ABEE4F60}" type="pres">
      <dgm:prSet presAssocID="{3B76A9E2-2D43-48A3-A39F-AC1FA97D6C1D}" presName="desTx" presStyleLbl="alignAccFollowNode1" presStyleIdx="1" presStyleCnt="5">
        <dgm:presLayoutVars>
          <dgm:bulletEnabled val="1"/>
        </dgm:presLayoutVars>
      </dgm:prSet>
      <dgm:spPr/>
    </dgm:pt>
    <dgm:pt modelId="{33C6997A-066E-42A0-BFE6-1F7A859BE46E}" type="pres">
      <dgm:prSet presAssocID="{A69410E6-AE62-447D-84B7-1252E1EA0660}" presName="space" presStyleCnt="0"/>
      <dgm:spPr/>
    </dgm:pt>
    <dgm:pt modelId="{8E79F00A-17C4-478C-9EE7-F7A4C67345DF}" type="pres">
      <dgm:prSet presAssocID="{8E3F71A7-0D8C-4228-9BFA-1B4E1D7838F7}" presName="composite" presStyleCnt="0"/>
      <dgm:spPr/>
    </dgm:pt>
    <dgm:pt modelId="{0039833F-7C90-4CF1-BBEF-71B87D5DDD5B}" type="pres">
      <dgm:prSet presAssocID="{8E3F71A7-0D8C-4228-9BFA-1B4E1D7838F7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2917FA0-187B-4425-A79D-49AC383515DA}" type="pres">
      <dgm:prSet presAssocID="{8E3F71A7-0D8C-4228-9BFA-1B4E1D7838F7}" presName="desTx" presStyleLbl="alignAccFollowNode1" presStyleIdx="2" presStyleCnt="5">
        <dgm:presLayoutVars>
          <dgm:bulletEnabled val="1"/>
        </dgm:presLayoutVars>
      </dgm:prSet>
      <dgm:spPr/>
    </dgm:pt>
    <dgm:pt modelId="{04B25C73-6997-4D44-B4DA-E5CF260FDA2F}" type="pres">
      <dgm:prSet presAssocID="{F404921A-59B4-4395-BC52-3EA83819490B}" presName="space" presStyleCnt="0"/>
      <dgm:spPr/>
    </dgm:pt>
    <dgm:pt modelId="{32130A68-1EE6-4FF3-8CD2-02192B7C7DF4}" type="pres">
      <dgm:prSet presAssocID="{006015E0-8CB3-4F8C-B297-88537E465BBC}" presName="composite" presStyleCnt="0"/>
      <dgm:spPr/>
    </dgm:pt>
    <dgm:pt modelId="{BD84FD55-A764-4887-B93C-651391D90D6D}" type="pres">
      <dgm:prSet presAssocID="{006015E0-8CB3-4F8C-B297-88537E465BBC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70D56024-2F22-4D77-8A2D-1D901340912D}" type="pres">
      <dgm:prSet presAssocID="{006015E0-8CB3-4F8C-B297-88537E465BBC}" presName="desTx" presStyleLbl="alignAccFollowNode1" presStyleIdx="3" presStyleCnt="5">
        <dgm:presLayoutVars>
          <dgm:bulletEnabled val="1"/>
        </dgm:presLayoutVars>
      </dgm:prSet>
      <dgm:spPr/>
    </dgm:pt>
    <dgm:pt modelId="{8F475D95-C2DD-41A1-9D9D-4A85458B5C56}" type="pres">
      <dgm:prSet presAssocID="{476EF25F-128A-41BA-A280-E11291CF076F}" presName="space" presStyleCnt="0"/>
      <dgm:spPr/>
    </dgm:pt>
    <dgm:pt modelId="{7A22F7D9-2668-45D4-971C-C2C31D06FA74}" type="pres">
      <dgm:prSet presAssocID="{6C5D9BF5-3D48-4B47-ADCE-E328D06D6AAB}" presName="composite" presStyleCnt="0"/>
      <dgm:spPr/>
    </dgm:pt>
    <dgm:pt modelId="{778A42C8-D92C-40C5-8800-D2A49E2C9331}" type="pres">
      <dgm:prSet presAssocID="{6C5D9BF5-3D48-4B47-ADCE-E328D06D6AA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01A391FA-9C24-4D1F-89A0-B42C5A058B2F}" type="pres">
      <dgm:prSet presAssocID="{6C5D9BF5-3D48-4B47-ADCE-E328D06D6AAB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119F6B3A-6346-4DE6-AD0D-73419784CD13}" type="presOf" srcId="{3B76A9E2-2D43-48A3-A39F-AC1FA97D6C1D}" destId="{D2745F38-7422-416B-8351-B2D8AD0A0FCB}" srcOrd="0" destOrd="0" presId="urn:microsoft.com/office/officeart/2005/8/layout/hList1"/>
    <dgm:cxn modelId="{947C975B-36B4-4C15-AF1D-7E036CA2A4F0}" srcId="{7740FCF7-6CD4-47C6-9C90-52FC284288F0}" destId="{8E3F71A7-0D8C-4228-9BFA-1B4E1D7838F7}" srcOrd="2" destOrd="0" parTransId="{84A25D2A-0AAF-44F7-8C62-D33C2BB4E7A6}" sibTransId="{F404921A-59B4-4395-BC52-3EA83819490B}"/>
    <dgm:cxn modelId="{A5311AC2-B2CD-4D70-BCB4-D72E2D1AF0C5}" type="presOf" srcId="{006015E0-8CB3-4F8C-B297-88537E465BBC}" destId="{BD84FD55-A764-4887-B93C-651391D90D6D}" srcOrd="0" destOrd="0" presId="urn:microsoft.com/office/officeart/2005/8/layout/hList1"/>
    <dgm:cxn modelId="{55FAEBF5-CAA3-46BF-BC30-593C6538B615}" type="presOf" srcId="{7740FCF7-6CD4-47C6-9C90-52FC284288F0}" destId="{58014BB0-1EB7-4B6F-950F-13E85F912C32}" srcOrd="0" destOrd="0" presId="urn:microsoft.com/office/officeart/2005/8/layout/hList1"/>
    <dgm:cxn modelId="{78F529CB-A644-4EDB-BDCD-14F99D7EF2AE}" srcId="{7740FCF7-6CD4-47C6-9C90-52FC284288F0}" destId="{6C5D9BF5-3D48-4B47-ADCE-E328D06D6AAB}" srcOrd="4" destOrd="0" parTransId="{837C8262-AA49-4DBA-8E14-59A096F16CCB}" sibTransId="{D0762EB0-D86F-45A4-8F2E-14A9F745338B}"/>
    <dgm:cxn modelId="{5671603F-1130-47BC-90B1-6FF41D399BA2}" type="presOf" srcId="{8E3F71A7-0D8C-4228-9BFA-1B4E1D7838F7}" destId="{0039833F-7C90-4CF1-BBEF-71B87D5DDD5B}" srcOrd="0" destOrd="0" presId="urn:microsoft.com/office/officeart/2005/8/layout/hList1"/>
    <dgm:cxn modelId="{C6F1B970-3D3A-48A6-8EDC-254B4228AFA1}" srcId="{7740FCF7-6CD4-47C6-9C90-52FC284288F0}" destId="{3B76A9E2-2D43-48A3-A39F-AC1FA97D6C1D}" srcOrd="1" destOrd="0" parTransId="{DDB4D8DE-D858-4EB4-B3DA-37D1AB6B03D5}" sibTransId="{A69410E6-AE62-447D-84B7-1252E1EA0660}"/>
    <dgm:cxn modelId="{07337012-B6E8-4F38-B1B7-9785EE315F18}" type="presOf" srcId="{6C5D9BF5-3D48-4B47-ADCE-E328D06D6AAB}" destId="{778A42C8-D92C-40C5-8800-D2A49E2C9331}" srcOrd="0" destOrd="0" presId="urn:microsoft.com/office/officeart/2005/8/layout/hList1"/>
    <dgm:cxn modelId="{EE3719AC-3DD7-4744-B302-764B6E5C1AE6}" type="presOf" srcId="{5728B02B-97C1-46CD-8FC4-4D527989DBA8}" destId="{6B6E4531-4480-4FDA-872E-7FDB7A4FD334}" srcOrd="0" destOrd="0" presId="urn:microsoft.com/office/officeart/2005/8/layout/hList1"/>
    <dgm:cxn modelId="{663A7046-6577-4278-BB0D-8C5EF66EDF35}" srcId="{7740FCF7-6CD4-47C6-9C90-52FC284288F0}" destId="{006015E0-8CB3-4F8C-B297-88537E465BBC}" srcOrd="3" destOrd="0" parTransId="{77527D8A-32A8-4EBE-8F86-F8E78EB396F1}" sibTransId="{476EF25F-128A-41BA-A280-E11291CF076F}"/>
    <dgm:cxn modelId="{86CED61A-55D7-4C7D-A283-57DD07813CBC}" srcId="{7740FCF7-6CD4-47C6-9C90-52FC284288F0}" destId="{5728B02B-97C1-46CD-8FC4-4D527989DBA8}" srcOrd="0" destOrd="0" parTransId="{D499027B-6572-420A-90F2-A66BA3E5073B}" sibTransId="{EBD32FEC-9F11-4AB7-A129-958566D20D19}"/>
    <dgm:cxn modelId="{DF615EC6-96F5-4257-8931-67AAFE502886}" type="presParOf" srcId="{58014BB0-1EB7-4B6F-950F-13E85F912C32}" destId="{E349AC44-AB57-454F-B237-A3997E2C6AE0}" srcOrd="0" destOrd="0" presId="urn:microsoft.com/office/officeart/2005/8/layout/hList1"/>
    <dgm:cxn modelId="{475830E0-60D6-4D10-BFB8-F402592DB526}" type="presParOf" srcId="{E349AC44-AB57-454F-B237-A3997E2C6AE0}" destId="{6B6E4531-4480-4FDA-872E-7FDB7A4FD334}" srcOrd="0" destOrd="0" presId="urn:microsoft.com/office/officeart/2005/8/layout/hList1"/>
    <dgm:cxn modelId="{FC8B67F1-04E8-480D-8175-1832C4B44DB4}" type="presParOf" srcId="{E349AC44-AB57-454F-B237-A3997E2C6AE0}" destId="{4507F091-35C1-4E93-88E5-F435761A9D8E}" srcOrd="1" destOrd="0" presId="urn:microsoft.com/office/officeart/2005/8/layout/hList1"/>
    <dgm:cxn modelId="{6B21B99B-F401-4DBA-9D17-D70A35BE8A2F}" type="presParOf" srcId="{58014BB0-1EB7-4B6F-950F-13E85F912C32}" destId="{7E96E3C5-A911-48C4-A43B-45AB13BBFE3E}" srcOrd="1" destOrd="0" presId="urn:microsoft.com/office/officeart/2005/8/layout/hList1"/>
    <dgm:cxn modelId="{1DBA35C8-2B88-41ED-B3A4-B0E0DEBD992B}" type="presParOf" srcId="{58014BB0-1EB7-4B6F-950F-13E85F912C32}" destId="{AAC47204-5675-43D5-8262-5B980E3ADA0E}" srcOrd="2" destOrd="0" presId="urn:microsoft.com/office/officeart/2005/8/layout/hList1"/>
    <dgm:cxn modelId="{468E14D7-60BF-4894-8D6C-A80471A0F1E9}" type="presParOf" srcId="{AAC47204-5675-43D5-8262-5B980E3ADA0E}" destId="{D2745F38-7422-416B-8351-B2D8AD0A0FCB}" srcOrd="0" destOrd="0" presId="urn:microsoft.com/office/officeart/2005/8/layout/hList1"/>
    <dgm:cxn modelId="{61A81151-7E33-41A3-90ED-1A94874218F1}" type="presParOf" srcId="{AAC47204-5675-43D5-8262-5B980E3ADA0E}" destId="{623D1770-E08B-449B-8280-01A3ABEE4F60}" srcOrd="1" destOrd="0" presId="urn:microsoft.com/office/officeart/2005/8/layout/hList1"/>
    <dgm:cxn modelId="{A2BD44DB-03CD-4393-B527-B00E4EAF5BE4}" type="presParOf" srcId="{58014BB0-1EB7-4B6F-950F-13E85F912C32}" destId="{33C6997A-066E-42A0-BFE6-1F7A859BE46E}" srcOrd="3" destOrd="0" presId="urn:microsoft.com/office/officeart/2005/8/layout/hList1"/>
    <dgm:cxn modelId="{5D307441-9FE5-4F6B-9667-01628492E929}" type="presParOf" srcId="{58014BB0-1EB7-4B6F-950F-13E85F912C32}" destId="{8E79F00A-17C4-478C-9EE7-F7A4C67345DF}" srcOrd="4" destOrd="0" presId="urn:microsoft.com/office/officeart/2005/8/layout/hList1"/>
    <dgm:cxn modelId="{A64665C1-4277-439A-9FED-CE2394D210D2}" type="presParOf" srcId="{8E79F00A-17C4-478C-9EE7-F7A4C67345DF}" destId="{0039833F-7C90-4CF1-BBEF-71B87D5DDD5B}" srcOrd="0" destOrd="0" presId="urn:microsoft.com/office/officeart/2005/8/layout/hList1"/>
    <dgm:cxn modelId="{F5C9D6BF-2557-43A9-9B9D-9A0EFF8CF0B3}" type="presParOf" srcId="{8E79F00A-17C4-478C-9EE7-F7A4C67345DF}" destId="{92917FA0-187B-4425-A79D-49AC383515DA}" srcOrd="1" destOrd="0" presId="urn:microsoft.com/office/officeart/2005/8/layout/hList1"/>
    <dgm:cxn modelId="{86CF3211-FB60-4002-A248-3A2763533709}" type="presParOf" srcId="{58014BB0-1EB7-4B6F-950F-13E85F912C32}" destId="{04B25C73-6997-4D44-B4DA-E5CF260FDA2F}" srcOrd="5" destOrd="0" presId="urn:microsoft.com/office/officeart/2005/8/layout/hList1"/>
    <dgm:cxn modelId="{68FA1B87-82B7-4B63-A6F6-9D84E9604730}" type="presParOf" srcId="{58014BB0-1EB7-4B6F-950F-13E85F912C32}" destId="{32130A68-1EE6-4FF3-8CD2-02192B7C7DF4}" srcOrd="6" destOrd="0" presId="urn:microsoft.com/office/officeart/2005/8/layout/hList1"/>
    <dgm:cxn modelId="{1315427C-E3BB-4D06-96A5-F3E62337ED69}" type="presParOf" srcId="{32130A68-1EE6-4FF3-8CD2-02192B7C7DF4}" destId="{BD84FD55-A764-4887-B93C-651391D90D6D}" srcOrd="0" destOrd="0" presId="urn:microsoft.com/office/officeart/2005/8/layout/hList1"/>
    <dgm:cxn modelId="{F51C2A41-C2D2-420E-82EB-BB5FE9D7DC1B}" type="presParOf" srcId="{32130A68-1EE6-4FF3-8CD2-02192B7C7DF4}" destId="{70D56024-2F22-4D77-8A2D-1D901340912D}" srcOrd="1" destOrd="0" presId="urn:microsoft.com/office/officeart/2005/8/layout/hList1"/>
    <dgm:cxn modelId="{6FCCDD2C-C3E4-4715-BB83-9A31CC5BF91D}" type="presParOf" srcId="{58014BB0-1EB7-4B6F-950F-13E85F912C32}" destId="{8F475D95-C2DD-41A1-9D9D-4A85458B5C56}" srcOrd="7" destOrd="0" presId="urn:microsoft.com/office/officeart/2005/8/layout/hList1"/>
    <dgm:cxn modelId="{10D04800-7C55-4AF4-8D23-A28B27D7CBA7}" type="presParOf" srcId="{58014BB0-1EB7-4B6F-950F-13E85F912C32}" destId="{7A22F7D9-2668-45D4-971C-C2C31D06FA74}" srcOrd="8" destOrd="0" presId="urn:microsoft.com/office/officeart/2005/8/layout/hList1"/>
    <dgm:cxn modelId="{B4E74713-04AF-428E-964B-6CDFBEC78A2C}" type="presParOf" srcId="{7A22F7D9-2668-45D4-971C-C2C31D06FA74}" destId="{778A42C8-D92C-40C5-8800-D2A49E2C9331}" srcOrd="0" destOrd="0" presId="urn:microsoft.com/office/officeart/2005/8/layout/hList1"/>
    <dgm:cxn modelId="{3F764FAE-241F-4FB2-9EC8-776F8320E8D7}" type="presParOf" srcId="{7A22F7D9-2668-45D4-971C-C2C31D06FA74}" destId="{01A391FA-9C24-4D1F-89A0-B42C5A058B2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7C558C-8EDF-41B1-B033-2058AFFD9C3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7BF23A-6A86-4433-9466-B9D51CBC4A57}">
      <dgm:prSet/>
      <dgm:spPr/>
      <dgm:t>
        <a:bodyPr/>
        <a:lstStyle/>
        <a:p>
          <a:pPr rtl="0"/>
          <a:r>
            <a:rPr lang="en-US" smtClean="0"/>
            <a:t>HTTP status codes provide important information about the success or failure of web requests, helping users and developers understand what happened during the interaction with a server.</a:t>
          </a:r>
          <a:endParaRPr lang="en-US"/>
        </a:p>
      </dgm:t>
    </dgm:pt>
    <dgm:pt modelId="{1668B1B6-BA9B-4360-A553-F37BDF808966}" type="parTrans" cxnId="{A8D1C439-9B94-492F-8B76-56B4128B3624}">
      <dgm:prSet/>
      <dgm:spPr/>
      <dgm:t>
        <a:bodyPr/>
        <a:lstStyle/>
        <a:p>
          <a:endParaRPr lang="en-US"/>
        </a:p>
      </dgm:t>
    </dgm:pt>
    <dgm:pt modelId="{64281A2F-6D95-41EF-AF37-582966B7375C}" type="sibTrans" cxnId="{A8D1C439-9B94-492F-8B76-56B4128B3624}">
      <dgm:prSet/>
      <dgm:spPr/>
      <dgm:t>
        <a:bodyPr/>
        <a:lstStyle/>
        <a:p>
          <a:endParaRPr lang="en-US"/>
        </a:p>
      </dgm:t>
    </dgm:pt>
    <dgm:pt modelId="{458F7772-9DA5-40C1-9FF1-FC71E94EFB88}" type="pres">
      <dgm:prSet presAssocID="{7B7C558C-8EDF-41B1-B033-2058AFFD9C32}" presName="Name0" presStyleCnt="0">
        <dgm:presLayoutVars>
          <dgm:dir/>
          <dgm:animLvl val="lvl"/>
          <dgm:resizeHandles val="exact"/>
        </dgm:presLayoutVars>
      </dgm:prSet>
      <dgm:spPr/>
    </dgm:pt>
    <dgm:pt modelId="{A0490310-874C-461F-9CB7-342481751F3E}" type="pres">
      <dgm:prSet presAssocID="{087BF23A-6A86-4433-9466-B9D51CBC4A57}" presName="composite" presStyleCnt="0"/>
      <dgm:spPr/>
    </dgm:pt>
    <dgm:pt modelId="{726D8B65-C557-48E0-822B-9455C45CDE64}" type="pres">
      <dgm:prSet presAssocID="{087BF23A-6A86-4433-9466-B9D51CBC4A5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0705536C-8A82-4A40-8D1E-85C379007E60}" type="pres">
      <dgm:prSet presAssocID="{087BF23A-6A86-4433-9466-B9D51CBC4A57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1BA8BB9-AC60-4ED6-90F9-B75F42302386}" type="presOf" srcId="{087BF23A-6A86-4433-9466-B9D51CBC4A57}" destId="{726D8B65-C557-48E0-822B-9455C45CDE64}" srcOrd="0" destOrd="0" presId="urn:microsoft.com/office/officeart/2005/8/layout/hList1"/>
    <dgm:cxn modelId="{6870CAFC-C2F0-41E3-8585-ED2BB1981BC9}" type="presOf" srcId="{7B7C558C-8EDF-41B1-B033-2058AFFD9C32}" destId="{458F7772-9DA5-40C1-9FF1-FC71E94EFB88}" srcOrd="0" destOrd="0" presId="urn:microsoft.com/office/officeart/2005/8/layout/hList1"/>
    <dgm:cxn modelId="{A8D1C439-9B94-492F-8B76-56B4128B3624}" srcId="{7B7C558C-8EDF-41B1-B033-2058AFFD9C32}" destId="{087BF23A-6A86-4433-9466-B9D51CBC4A57}" srcOrd="0" destOrd="0" parTransId="{1668B1B6-BA9B-4360-A553-F37BDF808966}" sibTransId="{64281A2F-6D95-41EF-AF37-582966B7375C}"/>
    <dgm:cxn modelId="{FB15CB2C-522F-46DD-8D18-C45D3E3605F1}" type="presParOf" srcId="{458F7772-9DA5-40C1-9FF1-FC71E94EFB88}" destId="{A0490310-874C-461F-9CB7-342481751F3E}" srcOrd="0" destOrd="0" presId="urn:microsoft.com/office/officeart/2005/8/layout/hList1"/>
    <dgm:cxn modelId="{3F42056C-027E-431B-B689-62B0BBA895A7}" type="presParOf" srcId="{A0490310-874C-461F-9CB7-342481751F3E}" destId="{726D8B65-C557-48E0-822B-9455C45CDE64}" srcOrd="0" destOrd="0" presId="urn:microsoft.com/office/officeart/2005/8/layout/hList1"/>
    <dgm:cxn modelId="{E0FD3376-44FD-4315-A992-CA4835FEF2B4}" type="presParOf" srcId="{A0490310-874C-461F-9CB7-342481751F3E}" destId="{0705536C-8A82-4A40-8D1E-85C379007E6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DC8F7-8A43-4947-B4EC-C79E7D5D54BC}">
      <dsp:nvSpPr>
        <dsp:cNvPr id="0" name=""/>
        <dsp:cNvSpPr/>
      </dsp:nvSpPr>
      <dsp:spPr>
        <a:xfrm>
          <a:off x="53" y="351066"/>
          <a:ext cx="5153975" cy="1878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These codes indicate that the request has been received and is being processed.</a:t>
          </a:r>
          <a:endParaRPr lang="en-US" sz="2500" kern="1200"/>
        </a:p>
      </dsp:txBody>
      <dsp:txXfrm>
        <a:off x="53" y="351066"/>
        <a:ext cx="5153975" cy="1878169"/>
      </dsp:txXfrm>
    </dsp:sp>
    <dsp:sp modelId="{A3CBDF9E-2B17-4DCF-8E6F-29FBD96D5331}">
      <dsp:nvSpPr>
        <dsp:cNvPr id="0" name=""/>
        <dsp:cNvSpPr/>
      </dsp:nvSpPr>
      <dsp:spPr>
        <a:xfrm>
          <a:off x="53" y="2229236"/>
          <a:ext cx="5153975" cy="109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BEDC2-352D-44A4-BC60-F36FD56DB978}">
      <dsp:nvSpPr>
        <dsp:cNvPr id="0" name=""/>
        <dsp:cNvSpPr/>
      </dsp:nvSpPr>
      <dsp:spPr>
        <a:xfrm>
          <a:off x="5875585" y="351066"/>
          <a:ext cx="5153975" cy="1878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100 Continue: The initial part of a request has been received, and the client can continue.. 101 Switching Protocols: The server is switching protocols as requested by the client.</a:t>
          </a:r>
          <a:endParaRPr lang="en-US" sz="2500" kern="1200"/>
        </a:p>
      </dsp:txBody>
      <dsp:txXfrm>
        <a:off x="5875585" y="351066"/>
        <a:ext cx="5153975" cy="1878169"/>
      </dsp:txXfrm>
    </dsp:sp>
    <dsp:sp modelId="{4D5C7D3D-5916-4518-A43E-694889E865C0}">
      <dsp:nvSpPr>
        <dsp:cNvPr id="0" name=""/>
        <dsp:cNvSpPr/>
      </dsp:nvSpPr>
      <dsp:spPr>
        <a:xfrm>
          <a:off x="5875585" y="2229236"/>
          <a:ext cx="5153975" cy="109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50305-0B34-4B61-8E7B-C3A878AA3303}">
      <dsp:nvSpPr>
        <dsp:cNvPr id="0" name=""/>
        <dsp:cNvSpPr/>
      </dsp:nvSpPr>
      <dsp:spPr>
        <a:xfrm>
          <a:off x="3446" y="825429"/>
          <a:ext cx="3360585" cy="1280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These codes indicate that the request was successfully received, understood, and accepted.</a:t>
          </a:r>
          <a:endParaRPr lang="en-US" sz="1700" kern="1200"/>
        </a:p>
      </dsp:txBody>
      <dsp:txXfrm>
        <a:off x="3446" y="825429"/>
        <a:ext cx="3360585" cy="1280804"/>
      </dsp:txXfrm>
    </dsp:sp>
    <dsp:sp modelId="{F2789BAF-E651-42EB-9F86-694D6C119B4F}">
      <dsp:nvSpPr>
        <dsp:cNvPr id="0" name=""/>
        <dsp:cNvSpPr/>
      </dsp:nvSpPr>
      <dsp:spPr>
        <a:xfrm>
          <a:off x="3446" y="2106233"/>
          <a:ext cx="3360585" cy="7466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1F269-8FE3-429A-B3C0-E9D6FE52821F}">
      <dsp:nvSpPr>
        <dsp:cNvPr id="0" name=""/>
        <dsp:cNvSpPr/>
      </dsp:nvSpPr>
      <dsp:spPr>
        <a:xfrm>
          <a:off x="3834514" y="825429"/>
          <a:ext cx="3360585" cy="1280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200 OK: The request was successful, and the server returned the requested data.</a:t>
          </a:r>
          <a:endParaRPr lang="en-US" sz="1700" kern="1200"/>
        </a:p>
      </dsp:txBody>
      <dsp:txXfrm>
        <a:off x="3834514" y="825429"/>
        <a:ext cx="3360585" cy="1280804"/>
      </dsp:txXfrm>
    </dsp:sp>
    <dsp:sp modelId="{394ADCFE-ADC0-4D55-B085-D5136B87CD72}">
      <dsp:nvSpPr>
        <dsp:cNvPr id="0" name=""/>
        <dsp:cNvSpPr/>
      </dsp:nvSpPr>
      <dsp:spPr>
        <a:xfrm>
          <a:off x="3834514" y="2106233"/>
          <a:ext cx="3360585" cy="7466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4F527-50DE-4675-8C90-E5ECD2C059B9}">
      <dsp:nvSpPr>
        <dsp:cNvPr id="0" name=""/>
        <dsp:cNvSpPr/>
      </dsp:nvSpPr>
      <dsp:spPr>
        <a:xfrm>
          <a:off x="7665582" y="825429"/>
          <a:ext cx="3360585" cy="1280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201 Created: The request was successful, and a new resource has been created.- 204 No Content: The request was successful, but there is no content to send back.</a:t>
          </a:r>
          <a:endParaRPr lang="en-US" sz="1700" kern="1200"/>
        </a:p>
      </dsp:txBody>
      <dsp:txXfrm>
        <a:off x="7665582" y="825429"/>
        <a:ext cx="3360585" cy="1280804"/>
      </dsp:txXfrm>
    </dsp:sp>
    <dsp:sp modelId="{8FCBD145-AB55-46AF-AB01-3FE161E2A9BA}">
      <dsp:nvSpPr>
        <dsp:cNvPr id="0" name=""/>
        <dsp:cNvSpPr/>
      </dsp:nvSpPr>
      <dsp:spPr>
        <a:xfrm>
          <a:off x="7665582" y="2106233"/>
          <a:ext cx="3360585" cy="7466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61BA9-058B-4747-8846-513A62C34DD5}">
      <dsp:nvSpPr>
        <dsp:cNvPr id="0" name=""/>
        <dsp:cNvSpPr/>
      </dsp:nvSpPr>
      <dsp:spPr>
        <a:xfrm>
          <a:off x="3446" y="944815"/>
          <a:ext cx="3360585" cy="11298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These codes indicate that further action is needed to complete the request.</a:t>
          </a:r>
          <a:endParaRPr lang="en-US" sz="1500" kern="1200"/>
        </a:p>
      </dsp:txBody>
      <dsp:txXfrm>
        <a:off x="3446" y="944815"/>
        <a:ext cx="3360585" cy="1129872"/>
      </dsp:txXfrm>
    </dsp:sp>
    <dsp:sp modelId="{6BF08F95-3F84-4581-9C50-70A3493BA15C}">
      <dsp:nvSpPr>
        <dsp:cNvPr id="0" name=""/>
        <dsp:cNvSpPr/>
      </dsp:nvSpPr>
      <dsp:spPr>
        <a:xfrm>
          <a:off x="3446" y="2074687"/>
          <a:ext cx="3360585" cy="658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6C593-BA86-4FAB-80A9-2C294682E33D}">
      <dsp:nvSpPr>
        <dsp:cNvPr id="0" name=""/>
        <dsp:cNvSpPr/>
      </dsp:nvSpPr>
      <dsp:spPr>
        <a:xfrm>
          <a:off x="3834514" y="944815"/>
          <a:ext cx="3360585" cy="11298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301 Moved Permanently: The requested resource has been permanently moved to a new URL.</a:t>
          </a:r>
          <a:endParaRPr lang="en-US" sz="1500" kern="1200"/>
        </a:p>
      </dsp:txBody>
      <dsp:txXfrm>
        <a:off x="3834514" y="944815"/>
        <a:ext cx="3360585" cy="1129872"/>
      </dsp:txXfrm>
    </dsp:sp>
    <dsp:sp modelId="{03B20CD4-5DA0-49CB-B7DA-13A5FEC7636A}">
      <dsp:nvSpPr>
        <dsp:cNvPr id="0" name=""/>
        <dsp:cNvSpPr/>
      </dsp:nvSpPr>
      <dsp:spPr>
        <a:xfrm>
          <a:off x="3834514" y="2074687"/>
          <a:ext cx="3360585" cy="658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95390-8E04-4654-817B-A6E2D11ED77E}">
      <dsp:nvSpPr>
        <dsp:cNvPr id="0" name=""/>
        <dsp:cNvSpPr/>
      </dsp:nvSpPr>
      <dsp:spPr>
        <a:xfrm>
          <a:off x="7665582" y="944815"/>
          <a:ext cx="3360585" cy="11298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302 Found: The resource is temporarily located at a different URL.- 304 Not Modified: The resource hasn't changed since the last request, so the cached version can be used.</a:t>
          </a:r>
          <a:endParaRPr lang="en-US" sz="1500" kern="1200"/>
        </a:p>
      </dsp:txBody>
      <dsp:txXfrm>
        <a:off x="7665582" y="944815"/>
        <a:ext cx="3360585" cy="1129872"/>
      </dsp:txXfrm>
    </dsp:sp>
    <dsp:sp modelId="{238B408A-F774-4321-9363-C95743CBC917}">
      <dsp:nvSpPr>
        <dsp:cNvPr id="0" name=""/>
        <dsp:cNvSpPr/>
      </dsp:nvSpPr>
      <dsp:spPr>
        <a:xfrm>
          <a:off x="7665582" y="2074687"/>
          <a:ext cx="3360585" cy="658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EB08B-EB6A-448A-A721-348431A74CC4}">
      <dsp:nvSpPr>
        <dsp:cNvPr id="0" name=""/>
        <dsp:cNvSpPr/>
      </dsp:nvSpPr>
      <dsp:spPr>
        <a:xfrm>
          <a:off x="5170" y="1246588"/>
          <a:ext cx="1981883" cy="74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These codes indicate that there was an error with the request made by the client.</a:t>
          </a:r>
          <a:endParaRPr lang="en-US" sz="1000" kern="1200"/>
        </a:p>
      </dsp:txBody>
      <dsp:txXfrm>
        <a:off x="5170" y="1246588"/>
        <a:ext cx="1981883" cy="745925"/>
      </dsp:txXfrm>
    </dsp:sp>
    <dsp:sp modelId="{3D6CEA07-4C8C-439D-BE21-B25B9544F095}">
      <dsp:nvSpPr>
        <dsp:cNvPr id="0" name=""/>
        <dsp:cNvSpPr/>
      </dsp:nvSpPr>
      <dsp:spPr>
        <a:xfrm>
          <a:off x="5170" y="1992514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E0A533-A3C3-4163-B2B9-BA311D9D18B0}">
      <dsp:nvSpPr>
        <dsp:cNvPr id="0" name=""/>
        <dsp:cNvSpPr/>
      </dsp:nvSpPr>
      <dsp:spPr>
        <a:xfrm>
          <a:off x="2264517" y="1246588"/>
          <a:ext cx="1981883" cy="74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400 Bad Request: The server could not understand the request due to invalid syntax.</a:t>
          </a:r>
          <a:endParaRPr lang="en-US" sz="1000" kern="1200"/>
        </a:p>
      </dsp:txBody>
      <dsp:txXfrm>
        <a:off x="2264517" y="1246588"/>
        <a:ext cx="1981883" cy="745925"/>
      </dsp:txXfrm>
    </dsp:sp>
    <dsp:sp modelId="{8CCA0D1B-D14D-45DF-BA26-280F8E966838}">
      <dsp:nvSpPr>
        <dsp:cNvPr id="0" name=""/>
        <dsp:cNvSpPr/>
      </dsp:nvSpPr>
      <dsp:spPr>
        <a:xfrm>
          <a:off x="2264517" y="1992514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C1CE0-6247-45F7-BFA6-291D06C21E82}">
      <dsp:nvSpPr>
        <dsp:cNvPr id="0" name=""/>
        <dsp:cNvSpPr/>
      </dsp:nvSpPr>
      <dsp:spPr>
        <a:xfrm>
          <a:off x="4523865" y="1246588"/>
          <a:ext cx="1981883" cy="74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401 Unauthorized: The request requires user authentication.- 403 Forbidden: The server understood the request but refuses to authorize it.</a:t>
          </a:r>
          <a:endParaRPr lang="en-US" sz="1000" kern="1200"/>
        </a:p>
      </dsp:txBody>
      <dsp:txXfrm>
        <a:off x="4523865" y="1246588"/>
        <a:ext cx="1981883" cy="745925"/>
      </dsp:txXfrm>
    </dsp:sp>
    <dsp:sp modelId="{DB7B9A54-D332-40DD-9A73-0F5E2B6ED4A3}">
      <dsp:nvSpPr>
        <dsp:cNvPr id="0" name=""/>
        <dsp:cNvSpPr/>
      </dsp:nvSpPr>
      <dsp:spPr>
        <a:xfrm>
          <a:off x="4523865" y="1992514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8DF68E-944B-4BA5-8551-CC25B563BC0A}">
      <dsp:nvSpPr>
        <dsp:cNvPr id="0" name=""/>
        <dsp:cNvSpPr/>
      </dsp:nvSpPr>
      <dsp:spPr>
        <a:xfrm>
          <a:off x="6783213" y="1246588"/>
          <a:ext cx="1981883" cy="74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404 Not Found: The requested resource could not be found on the server.</a:t>
          </a:r>
          <a:endParaRPr lang="en-US" sz="1000" kern="1200"/>
        </a:p>
      </dsp:txBody>
      <dsp:txXfrm>
        <a:off x="6783213" y="1246588"/>
        <a:ext cx="1981883" cy="745925"/>
      </dsp:txXfrm>
    </dsp:sp>
    <dsp:sp modelId="{FD475E09-D62D-4405-87BA-E43B5EFC36B2}">
      <dsp:nvSpPr>
        <dsp:cNvPr id="0" name=""/>
        <dsp:cNvSpPr/>
      </dsp:nvSpPr>
      <dsp:spPr>
        <a:xfrm>
          <a:off x="6783213" y="1992514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45D8C0-5167-454F-A7FA-6C2481932F12}">
      <dsp:nvSpPr>
        <dsp:cNvPr id="0" name=""/>
        <dsp:cNvSpPr/>
      </dsp:nvSpPr>
      <dsp:spPr>
        <a:xfrm>
          <a:off x="9042560" y="1246588"/>
          <a:ext cx="1981883" cy="74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408 Request Timeout: The server timed out waiting for the request.</a:t>
          </a:r>
          <a:endParaRPr lang="en-US" sz="1000" kern="1200"/>
        </a:p>
      </dsp:txBody>
      <dsp:txXfrm>
        <a:off x="9042560" y="1246588"/>
        <a:ext cx="1981883" cy="745925"/>
      </dsp:txXfrm>
    </dsp:sp>
    <dsp:sp modelId="{B868AB8A-B9D8-4EF8-AA5A-A189458B7857}">
      <dsp:nvSpPr>
        <dsp:cNvPr id="0" name=""/>
        <dsp:cNvSpPr/>
      </dsp:nvSpPr>
      <dsp:spPr>
        <a:xfrm>
          <a:off x="9042560" y="1992514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E4531-4480-4FDA-872E-7FDB7A4FD334}">
      <dsp:nvSpPr>
        <dsp:cNvPr id="0" name=""/>
        <dsp:cNvSpPr/>
      </dsp:nvSpPr>
      <dsp:spPr>
        <a:xfrm>
          <a:off x="5170" y="1312147"/>
          <a:ext cx="1981883" cy="6148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These codes indicate that the server failed to fulfill a valid request.</a:t>
          </a:r>
          <a:endParaRPr lang="en-US" sz="1000" kern="1200"/>
        </a:p>
      </dsp:txBody>
      <dsp:txXfrm>
        <a:off x="5170" y="1312147"/>
        <a:ext cx="1981883" cy="614808"/>
      </dsp:txXfrm>
    </dsp:sp>
    <dsp:sp modelId="{4507F091-35C1-4E93-88E5-F435761A9D8E}">
      <dsp:nvSpPr>
        <dsp:cNvPr id="0" name=""/>
        <dsp:cNvSpPr/>
      </dsp:nvSpPr>
      <dsp:spPr>
        <a:xfrm>
          <a:off x="5170" y="1926955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45F38-7422-416B-8351-B2D8AD0A0FCB}">
      <dsp:nvSpPr>
        <dsp:cNvPr id="0" name=""/>
        <dsp:cNvSpPr/>
      </dsp:nvSpPr>
      <dsp:spPr>
        <a:xfrm>
          <a:off x="2264517" y="1312147"/>
          <a:ext cx="1981883" cy="6148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500 Internal Server Error: The server encountered an unexpected condition that prevented it from fulfilling the request.</a:t>
          </a:r>
          <a:endParaRPr lang="en-US" sz="1000" kern="1200"/>
        </a:p>
      </dsp:txBody>
      <dsp:txXfrm>
        <a:off x="2264517" y="1312147"/>
        <a:ext cx="1981883" cy="614808"/>
      </dsp:txXfrm>
    </dsp:sp>
    <dsp:sp modelId="{623D1770-E08B-449B-8280-01A3ABEE4F60}">
      <dsp:nvSpPr>
        <dsp:cNvPr id="0" name=""/>
        <dsp:cNvSpPr/>
      </dsp:nvSpPr>
      <dsp:spPr>
        <a:xfrm>
          <a:off x="2264517" y="1926955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9833F-7C90-4CF1-BBEF-71B87D5DDD5B}">
      <dsp:nvSpPr>
        <dsp:cNvPr id="0" name=""/>
        <dsp:cNvSpPr/>
      </dsp:nvSpPr>
      <dsp:spPr>
        <a:xfrm>
          <a:off x="4523865" y="1312147"/>
          <a:ext cx="1981883" cy="6148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502 Bad Gateway: The server, while acting as a gateway, received an invalid response from the upstream server.</a:t>
          </a:r>
          <a:endParaRPr lang="en-US" sz="1000" kern="1200"/>
        </a:p>
      </dsp:txBody>
      <dsp:txXfrm>
        <a:off x="4523865" y="1312147"/>
        <a:ext cx="1981883" cy="614808"/>
      </dsp:txXfrm>
    </dsp:sp>
    <dsp:sp modelId="{92917FA0-187B-4425-A79D-49AC383515DA}">
      <dsp:nvSpPr>
        <dsp:cNvPr id="0" name=""/>
        <dsp:cNvSpPr/>
      </dsp:nvSpPr>
      <dsp:spPr>
        <a:xfrm>
          <a:off x="4523865" y="1926955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4FD55-A764-4887-B93C-651391D90D6D}">
      <dsp:nvSpPr>
        <dsp:cNvPr id="0" name=""/>
        <dsp:cNvSpPr/>
      </dsp:nvSpPr>
      <dsp:spPr>
        <a:xfrm>
          <a:off x="6783213" y="1312147"/>
          <a:ext cx="1981883" cy="6148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503 Service Unavailable: The server is currently unable to handle the request due to temporary overload or maintenance.</a:t>
          </a:r>
          <a:endParaRPr lang="en-US" sz="1000" kern="1200"/>
        </a:p>
      </dsp:txBody>
      <dsp:txXfrm>
        <a:off x="6783213" y="1312147"/>
        <a:ext cx="1981883" cy="614808"/>
      </dsp:txXfrm>
    </dsp:sp>
    <dsp:sp modelId="{70D56024-2F22-4D77-8A2D-1D901340912D}">
      <dsp:nvSpPr>
        <dsp:cNvPr id="0" name=""/>
        <dsp:cNvSpPr/>
      </dsp:nvSpPr>
      <dsp:spPr>
        <a:xfrm>
          <a:off x="6783213" y="1926955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A42C8-D92C-40C5-8800-D2A49E2C9331}">
      <dsp:nvSpPr>
        <dsp:cNvPr id="0" name=""/>
        <dsp:cNvSpPr/>
      </dsp:nvSpPr>
      <dsp:spPr>
        <a:xfrm>
          <a:off x="9042560" y="1312147"/>
          <a:ext cx="1981883" cy="6148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504 Gateway Timeout: The server, while acting as a gateway, did not receive a timely response from the upstream server.</a:t>
          </a:r>
          <a:endParaRPr lang="en-US" sz="1000" kern="1200"/>
        </a:p>
      </dsp:txBody>
      <dsp:txXfrm>
        <a:off x="9042560" y="1312147"/>
        <a:ext cx="1981883" cy="614808"/>
      </dsp:txXfrm>
    </dsp:sp>
    <dsp:sp modelId="{01A391FA-9C24-4D1F-89A0-B42C5A058B2F}">
      <dsp:nvSpPr>
        <dsp:cNvPr id="0" name=""/>
        <dsp:cNvSpPr/>
      </dsp:nvSpPr>
      <dsp:spPr>
        <a:xfrm>
          <a:off x="9042560" y="1926955"/>
          <a:ext cx="1981883" cy="439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6D8B65-C557-48E0-822B-9455C45CDE64}">
      <dsp:nvSpPr>
        <dsp:cNvPr id="0" name=""/>
        <dsp:cNvSpPr/>
      </dsp:nvSpPr>
      <dsp:spPr>
        <a:xfrm>
          <a:off x="0" y="69086"/>
          <a:ext cx="10515600" cy="2088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smtClean="0"/>
            <a:t>HTTP status codes provide important information about the success or failure of web requests, helping users and developers understand what happened during the interaction with a server.</a:t>
          </a:r>
          <a:endParaRPr lang="en-US" sz="3400" kern="1200"/>
        </a:p>
      </dsp:txBody>
      <dsp:txXfrm>
        <a:off x="0" y="69086"/>
        <a:ext cx="10515600" cy="2088495"/>
      </dsp:txXfrm>
    </dsp:sp>
    <dsp:sp modelId="{0705536C-8A82-4A40-8D1E-85C379007E60}">
      <dsp:nvSpPr>
        <dsp:cNvPr id="0" name=""/>
        <dsp:cNvSpPr/>
      </dsp:nvSpPr>
      <dsp:spPr>
        <a:xfrm>
          <a:off x="0" y="2157582"/>
          <a:ext cx="10515600" cy="14932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1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1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2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3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3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9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1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38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4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9AE5A8F-00E0-4542-9D32-0E531CDCC49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1D7A099-2B38-47C9-95F7-2FA99EA1C98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3816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  <a:alpha val="5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INTRODUCTION TO HTTP STATUS CODE.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17850"/>
            <a:ext cx="9144000" cy="312012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2"/>
                </a:solidFill>
                <a:latin typeface="Arial Black" panose="020B0A04020102020204" pitchFamily="34" charset="0"/>
              </a:rPr>
              <a:t>HTTP status codes are three-digit numbers returned by a server in response to a client's request. They indicate the result of the request and are grouped into five categories.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2"/>
                </a:solidFill>
                <a:latin typeface="Arial Black" panose="020B0A04020102020204" pitchFamily="34" charset="0"/>
              </a:rPr>
              <a:t>This code is presented by</a:t>
            </a:r>
            <a:r>
              <a:rPr lang="en-US" dirty="0" smtClean="0">
                <a:solidFill>
                  <a:schemeClr val="bg2"/>
                </a:solidFill>
              </a:rPr>
              <a:t>: </a:t>
            </a:r>
            <a:r>
              <a:rPr lang="en-US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“Atek's Tiara Malik’s”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2"/>
                </a:solidFill>
                <a:latin typeface="Arial Black" panose="020B0A04020102020204" pitchFamily="34" charset="0"/>
              </a:rPr>
              <a:t>Department: </a:t>
            </a:r>
            <a:r>
              <a:rPr lang="en-US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Hardware Maintenance And Networking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2"/>
                </a:solidFill>
                <a:latin typeface="Arial Black" panose="020B0A04020102020204" pitchFamily="34" charset="0"/>
              </a:rPr>
              <a:t>Course: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Web programming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2"/>
                </a:solidFill>
                <a:latin typeface="Arial Black" panose="020B0A04020102020204" pitchFamily="34" charset="0"/>
              </a:rPr>
              <a:t>Lecturer: </a:t>
            </a:r>
            <a:r>
              <a:rPr lang="en-US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“Engineer Carlson”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8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smtClean="0"/>
              <a:t>Informational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30675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5265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smtClean="0"/>
              <a:t>Success 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3257669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7294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smtClean="0"/>
              <a:t>Redirection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998163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25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smtClean="0"/>
              <a:t>Client Error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791681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7203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smtClean="0"/>
              <a:t>Server Error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222546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7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smtClean="0"/>
              <a:t>Conclusion: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283657"/>
              </p:ext>
            </p:extLst>
          </p:nvPr>
        </p:nvGraphicFramePr>
        <p:xfrm>
          <a:off x="1005724" y="2087065"/>
          <a:ext cx="10515600" cy="3719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960918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93</TotalTime>
  <Words>459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 Black</vt:lpstr>
      <vt:lpstr>Gill Sans MT</vt:lpstr>
      <vt:lpstr>Wingdings</vt:lpstr>
      <vt:lpstr>Wingdings 2</vt:lpstr>
      <vt:lpstr>Dividend</vt:lpstr>
      <vt:lpstr>INTRODUCTION TO HTTP STATUS CODE.</vt:lpstr>
      <vt:lpstr>Informational </vt:lpstr>
      <vt:lpstr>Success </vt:lpstr>
      <vt:lpstr>Redirection</vt:lpstr>
      <vt:lpstr>Client Error </vt:lpstr>
      <vt:lpstr>Server Error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HTTP STATUS CODE.</dc:title>
  <dc:creator>Gurl Titi❤️</dc:creator>
  <cp:lastModifiedBy>Gurl Titi❤️</cp:lastModifiedBy>
  <cp:revision>8</cp:revision>
  <dcterms:created xsi:type="dcterms:W3CDTF">2026-03-04T21:17:35Z</dcterms:created>
  <dcterms:modified xsi:type="dcterms:W3CDTF">2026-03-04T22:51:31Z</dcterms:modified>
</cp:coreProperties>
</file>